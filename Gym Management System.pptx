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40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7FEBC-BDA5-4240-BB59-AF5B92208125}" type="datetimeFigureOut">
              <a:rPr lang="en-US" smtClean="0"/>
              <a:t>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0DCB2-0C29-4199-BED7-7470647C9F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718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C0DCB2-0C29-4199-BED7-7470647C9F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00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C6878E58-CFAE-4140-B201-C71FCEEABBF1}" type="datetime1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76B69DD-1649-423C-A715-4E771B7B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C7761-DD69-457C-8DEC-E7795AE2AE95}" type="datetime1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69DD-1649-423C-A715-4E771B7B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693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FDC8F-28F7-4555-909A-3D29BD25B811}" type="datetime1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69DD-1649-423C-A715-4E771B7B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38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992D5-A3F5-4BB8-96BE-6C2795A74ED9}" type="datetime1">
              <a:rPr lang="en-US" smtClean="0"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69DD-1649-423C-A715-4E771B7B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44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CDE4D-2BC2-4B08-A991-EC86A6FE9FF7}" type="datetime1">
              <a:rPr lang="en-US" smtClean="0"/>
              <a:t>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69DD-1649-423C-A715-4E771B7B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986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A219F-A2C2-4D1A-9A32-CDB728C7F2B3}" type="datetime1">
              <a:rPr lang="en-US" smtClean="0"/>
              <a:t>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69DD-1649-423C-A715-4E771B7B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004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FFDD4-053C-4F02-A682-582F71D3B3DF}" type="datetime1">
              <a:rPr lang="en-US" smtClean="0"/>
              <a:t>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69DD-1649-423C-A715-4E771B7B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776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FA574-29E0-49A9-BA68-8C6A83931578}" type="datetime1">
              <a:rPr lang="en-US" smtClean="0"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69DD-1649-423C-A715-4E771B7B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54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7E5B8-60B0-47AE-8CE8-C334EF695E2A}" type="datetime1">
              <a:rPr lang="en-US" smtClean="0"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69DD-1649-423C-A715-4E771B7B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571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CFE6-A520-43B6-AFFF-A5EAC6AE0BEC}" type="datetime1">
              <a:rPr lang="en-US" smtClean="0"/>
              <a:t>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69DD-1649-423C-A715-4E771B7B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78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52049-0BAD-4C7C-913E-8EE76146479F}" type="datetime1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69DD-1649-423C-A715-4E771B7B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4773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F45F1-536E-442F-AB68-CD0012D45E0C}" type="datetime1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69DD-1649-423C-A715-4E771B7B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235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7B882-1DC8-4267-BB9D-815085631D69}" type="datetime1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69DD-1649-423C-A715-4E771B7B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41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3351D-E4DB-45F5-B43A-B115BE029701}" type="datetime1">
              <a:rPr lang="en-US" smtClean="0"/>
              <a:t>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69DD-1649-423C-A715-4E771B7B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09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6866-A73C-492E-966C-34DAB3887841}" type="datetime1">
              <a:rPr lang="en-US" smtClean="0"/>
              <a:t>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69DD-1649-423C-A715-4E771B7B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1521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D585800-DE8D-47CD-97AB-F13EF8839B4E}" type="datetime1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69DD-1649-423C-A715-4E771B7B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3653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887ADDB-C6F6-4C4D-8966-DF46E782DBBB}" type="datetime1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69DD-1649-423C-A715-4E771B7B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15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DCE2801-7D85-44E0-A8B6-323D1E61B173}" type="datetime1">
              <a:rPr lang="en-US" smtClean="0"/>
              <a:t>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76B69DD-1649-423C-A715-4E771B7B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185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3699" y="1809176"/>
            <a:ext cx="8825658" cy="2677648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Gym Membership and Class Management, and Progress Tracking System</a:t>
            </a:r>
          </a:p>
        </p:txBody>
      </p:sp>
    </p:spTree>
    <p:extLst>
      <p:ext uri="{BB962C8B-B14F-4D97-AF65-F5344CB8AC3E}">
        <p14:creationId xmlns:p14="http://schemas.microsoft.com/office/powerpoint/2010/main" val="4169932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752" y="802751"/>
            <a:ext cx="10035785" cy="726945"/>
          </a:xfrm>
        </p:spPr>
        <p:txBody>
          <a:bodyPr/>
          <a:lstStyle/>
          <a:p>
            <a:r>
              <a:rPr lang="en-US" dirty="0"/>
              <a:t>Gym Membership and Class Management, and Progress Tracking System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Gym Management System is aimed at making gym memberships and activities efficient and easier for the users. </a:t>
            </a:r>
            <a:endParaRPr lang="en-US" dirty="0" smtClean="0"/>
          </a:p>
          <a:p>
            <a:r>
              <a:rPr lang="en-US" dirty="0" smtClean="0"/>
              <a:t>It will be designed to </a:t>
            </a:r>
            <a:r>
              <a:rPr lang="en-US" dirty="0"/>
              <a:t>maintain detailed records of </a:t>
            </a:r>
            <a:r>
              <a:rPr lang="en-US" dirty="0" smtClean="0"/>
              <a:t>a gym’s </a:t>
            </a:r>
            <a:r>
              <a:rPr lang="en-US" dirty="0"/>
              <a:t>members and their memberships, </a:t>
            </a:r>
            <a:r>
              <a:rPr lang="en-US" dirty="0" smtClean="0"/>
              <a:t>allow members to book </a:t>
            </a:r>
            <a:r>
              <a:rPr lang="en-US" dirty="0"/>
              <a:t>classes and </a:t>
            </a:r>
            <a:r>
              <a:rPr lang="en-US" dirty="0" smtClean="0"/>
              <a:t>trainers, and track their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70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 data on progress of members overtime</a:t>
            </a:r>
          </a:p>
          <a:p>
            <a:r>
              <a:rPr lang="en-US" dirty="0" smtClean="0"/>
              <a:t>Paper based logs</a:t>
            </a:r>
          </a:p>
          <a:p>
            <a:r>
              <a:rPr lang="en-US" dirty="0" smtClean="0"/>
              <a:t>Difficulty in finding proper trainers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631394" y="3922520"/>
            <a:ext cx="40677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Background Study: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GymMaster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Zoho</a:t>
            </a:r>
            <a:r>
              <a:rPr lang="en-US" dirty="0" smtClean="0"/>
              <a:t> Fitness </a:t>
            </a:r>
            <a:r>
              <a:rPr lang="en-US" dirty="0"/>
              <a:t>M</a:t>
            </a:r>
            <a:r>
              <a:rPr lang="en-US" dirty="0" smtClean="0"/>
              <a:t>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Zen Planner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MindBody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532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Waterfall Model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AutoShape 4" descr="data:image/png;base64,iVBORw0KGgoAAAANSUhEUgAAA2QAAAEfCAYAAAAukgXjAAAAAXNSR0IArs4c6QAAIABJREFUeF7snQecJUW1/09Vdbpp7p20ORIFFMlBZFlEMCH6EHgElSTw5D0VfAayI4a/grAgGRFEEZUlSRAQFVBy1keStMvmnTxzU6eq+r9Tfe/M3WF2dmbZfSp7+r21p7urq7q+fS+f+/ucU7/DgDYiQASIABEgAkSACBABIkAEiAAR+IcQYGON2tHRwVPPVjLVWGecWBUsxtMQZcA2N5UBBCgHbJBaMcG4xrP4N+7xuPHvxmtgJz1wJU1bxYW5lwvJlBQa91ILc40pvFxrJ4fb1a+Nd8zxPt9o7epjjHYtxLnW5iwZ1/g3V5wprjQeGxb16zHXwkr4SPxbK2bu4TJhp5I54/HQ31ZyDjdLAlcsaasF42YcZGIDBEIynyEfC2IZ+xaL+mJpFzvu6Rj8h3yyaFAiQASIABEgAkSACBABIkAE1klgrYKsY/7JU1qspo/7vcXdHaVnomawpMVBpjRoFFwBMJAqVCiuxNsG0gCaAZj+G/82QorVh2UMhBq6V2tzyQgO0LVGTOvG81qBZhwY7jUDjSPj9aTf2r1jTLux7cj71hi/3ofSiQCqzWVk14yzt42/xhgKb8e5aK308FwZsESEIqURG0o2RGGus2TDTjRjeAj4v6CBA1PM4Rw0UywUjEummUb5p7UUSkWhFfbIgvVkUVX+8J0HLntxnZ8GakAEiAARIAJEgAgQASJABIjA/ymB0QQZ+9G+XznA7dOf5aVwl6y2mrxYZSzJXK6EZrFjZATwQGstQTHPaINEsxhhVO/THKOaSuRVIipqs0tEV6JUMEZWv7c++UTFoO5IOnjbfY39aAYMNMdwmgbNGYbVQHONgmXEMZ4feR3b4X14P7bH45Ht6seN7YCB0gzvA5RQZq9r+7GOGYBRk8kcxRA7w6M+r7oA1Cg7h0UsM49fU7SCaSZQmYJkMQcuUR0Ck1xz1GQqtKTfb1d6+lj0atP0qQt73IFbOu65hCJm/6dfMRqMCBABIkAEiAARIAJEgAisncDbBNn39jz1yJayPjkzEG3ZIq1JfLAKTqTAUQqYZMCVW5NSASimgHGMkBlRsR6bAq50LVa05u31KFpN0I3aN0qVJJqEmxFEG3zPGMbgRu+XgUIVBByvJ4LubXuG0cNRzmN7fHZMxhwlSDY0X5RbwxHFxugiql2UX7G5HvOaLFQomDEeJyGwY5CTM9DNfL9oWy/1FZxfLEv511z+4OWl9XhZdAsRIAJEgAgQASJABIgAESACG5jAGoLs7D2+tnvLoPp2SyneOTvgt7UqGzKxBldqEDICoVD0CCMkgMdGaGiZPBGuljJxognskzvVqIJsPPNMhEwibCYy7oZqj6OjKFp/OZqIsbGeZ10cLC2MIFVmeR0HIW0wUTumwBcxrIIiBIUUFD3HX5XhTyzN64sXPHnZbevql64TASJABIgAESACRIAIEAEisPEJDAmyb374m/npfZlzCj2lQ5oGqrNaJQe3HEAKbSJMRmFkxJMGCyQ6bQgJHDQ4ihsxhMLELBobsccFVvWcw5F7jA4pXINlVljVsxjHP2kcCwUJCqK1jf9Oz4/1/EYIcZYI1LVsY80LuWHKoRF2DTmfjZzWRSPGxEkTZVMox8BWDliAcTkNISgoORL8jAW9wKA7Z/ctm+z8trtFf2/BfQteX1ffdJ0IEAEiQASIABEgAkSACBCBjUuAoZNiR0eHunDvc/fRb/Z/dyvh7Wat7nMmWTbYlQAc/JlvXCpiXKsEKMOkSY9TwNFCAqNnE9dSZlZG5vGxU/bGmj6KLVvxoYVXGxfV23vH5zeickyvyrU/FaY6oqfJWLcncnZ4w+Vy9S0ZH99HIuqMIJMoyNBrEUCCAp/H0KsjiNMZ6M1n4CWv+j/VKd6F4oCmn+N7/79mRuMRASJABIgAESACRIAIEAEi0Pj7vvb3BXuf/dnUksrpkwcq27aFCprBBlYNwdE2JikCQFxbS2UZiYCZihrTDXEd1ShE68JhpKBobIq91gxB3tZD47qp0aJM9X4xSre2lEFs0yhgRnvxYz0ftl/X/RNRNKONlfT/9l7GkwaJYtBEyGrO+Bhxs6QN+MZQkKGADkCCb3EIuAudLoPOGfne5Zngyt5scP5FD17UT18GIkAEiAARIAJEgAgQASJABP5xBIbCLVfu8+1j02+Vv9XeX5qdr4aQiiR4ygIO+A8389PfxGFQApl0PXMe/zcRZY3WF6KWSsc0yra1WW5gdKt+HeNF2E+yF0YGDh/Xz4/cJ+MokzYpa+Jsw1t7jP7843ltjSJsNHE3zHB0UxKc79pMRYygHWFsIhSKMfyXyF0UZBHnEDEXulwBnTOb/GWp4IrOVPDdBY8t6B3PHKgNESACRIAIEAEiQASIABEgAhuHwJAg+8kuZ5/Y1inPbu4tzvBKg9DsOKBDNO7wkpF1mLgJmi35C8XA2tZAGallFkatfQ1ZslYqEXfJHiNuyR7PNB5jOt7ox1iYbO1r1+rPsb5rycZ6/vG8ktEEWaMww1V5Y7lDIo+1uzwOG4okEUvckhVkKMjw/0ImIeYcJGCETEDXjIJckosu63SCb5MgG88bpDZEgAgQASJABIgAESACRGDjERgSZFdtf9YXs0uD02b5waw2FYEOSmAzGyQkNuqgA1w91lAQLElWXFtq3Xhs6xNpVy8qvabwSGo9rz3WZezk0WQELeUbtpHpjY2pj6NhXB8zkcZ+Jrp8bGSUDAVZfZZjveZRC8YNleRWJoU0iVUmEc16DDPiChTnoFQSIVs9Mw8rmuSly1qjby24jyJkG++rRT0TASJABIgAESACRIAIEIF1Exj6nX/xTueeOHm1PmNSd+/slqgKTRYDP6yAgIzphUMVBERDa8bwh78EAbFxXXy7LBuPIDNrnoZWaY0uyOrCK5EYKDuG26GUMUKkZmqx7ulu2BaJS+LYphxjjZisxUtMUkyZ6DE2HGvkhpIY34BZLcaU6Qd0InBtrO/GkVgEwAVo6UCPY0HnrAIsy8vLelsHzum476eUsrhhPxLUGxEgAkSACBABIkAEiAARmBCBIUH24z2+f0LLW/4ZU3t750xVCnRUMrEWzVKmQ6F9YBDVDD5QAiSCTBpBlki2xohWvaCyNnmLo0e6uEZZh6mJSTxsTbv3JNkPTe1HO19vPyTIRhRm1mh9iIWrxyjMvLaCzeM9b1wScdz1LEiNVBoLQ69NlI0mxpA4MsCVdhpiI8ZMX5C4TlrK9J4wYAy09KDbZtA1uxmWNqvLVriVs3/w8BV9E/q0UGMiQASIABEgAkSACBABIkAENiiBIUF2wa7nnDB5eXT69P7BuYVKGQq2BVGExulpUIwDM4IsrllumApkoBgDoTHG83bB1RjZGlOwYE0zFA1Kr1EguW4GYrG3F3425h0mYsQTsWFqmK2/MFpnaiSmRY4QfHiMz72ucbGEG0rO8diCrDX9c62vHMVXIlhRmCaCLHml+F7wfRlxibXepAddNoPVc5phaau+dGnep5TFDfpVos6IABEgAkSACBABIkAEiMDECQwJsh/tdsYXWt+snrFVEM/NFAchI2xQEtPgXBN14SpxWax7IcYM/Q0BbPPD/+227bhWamSWXX0wXPeFPWH9LGly/rSpx4UGGvVoEJdJXKxe46t+XtcKSdenKrAO2YiB1rCXZ8mojW1M0K624fl6tA1PNV4zkk8PSykcJjEqGV47F7PEVKSxv7qwQoEUammKR9f7QmpGwJrIWpLyaJ6v/jy1/bpKu9V6NCYeKMKGBVktcmZEKj5bDBpTFpUFXbaAThRkbXDJsly5g9aQTfwLQ3cQASJABIgAESACRIAIEIENSWBISpy/4zeOn7I8PmPWYGmztkgBw2w3/KFvJU1sieIBpRmKKTTBTwQFHqMgq1cDGxYWLInYWByklKBVaOpjOcKGUEdQ1gpCW0MZIlBKQR5s0HEELnPAsxwQkYS4ZnzvOi7oMAKbW1BVkRE43LZMZAwLU2upwGW2eZ5IR2AZj0ENoVnzJsC2bFBxBLawIZIxMIGr4RKrfA+fXmHRawaWbUNVRhApCY7jgAxDSIMx1gcONsSMgbQ5yAhTFWPAEszKFjAQVcDilhGVHu6BQVENgOc0QdGOIWAa0plM1QOeKnf1QpOXglKlDI7lAJcMYpO6mQjcRLBxiEy6ITfX1hR8SYmBuuhLShDgW8CFaEkJAIw2YqqnifxZGopxBTJeAVaBglUzCnplM/x4tTvwbUpZ3JBfJeqLCBABIkAEiAARIAJEgAhMnMAagmza8vD0WQOVzVsw001iNIiBFkkEzIkT4/nE21AZQZZYbNQraSVRI+ywFpMygixiGjjnIKQETEPEvnw040jbAIVM1M/CV0Bwno0Y95hwuG1Pe/Ot11JTWAGavDRgiCwKAlPo2GIW+DoG7ggIZAyxjCHFUeYxiFUIHjiAa9d8jQYkLliOgGoYgSM4KBNxi8Gx0xBEPoSgIWM7RmhqJUFyBj66SwoBILgRaygQm5gLSmGBZbT99yAUAJxbYEcSBBMQcgmRVuA6DsRBaCJxAgWY40FX0A+6OQfO5MJ1feXy5YFf3W+zdPMPVr21GFLMBc9ygSlmng3X0iUJiMmGYhTpxixJ5axvuO4Oo2rDgiwxBjFnMBqIKYo1QZbMOALm2hCGMXQ5aHvfKpfn1I9Lc6JzO26nwtAT/8rQHUSACBABIkAEiAARIAJEYMMRGPqpf96OXz9u6orojFkD5c3bIg1MojxgoKzIjGbHzIiiJL0vEWSJZFhTkA2vg0oiZCEaXwiRmEyoRMqhGGJNadCTcguWW+Ufa8eOo2I1ykaWpZqcudKPjuID/gluKRT52AZHasikMjBYLYK2bbAsC/xqGdKuB3GYPF/aTcOA3wc5Jw+RiiDENVU6BsEscG10GUShBFAOypASKNY8qFQHwanZlHDXgcHIB+HYEMcx2JpB2rLBDyqQ83KgLA79pRJYlj1k1Y+RPUy/dCwbWCQhUjFAyoUgCCAnHLTagHLWgkpL+uv7vfHjHy3c4ZT5Uwfl3VZ3KW2FEbhgA0fOigGmaCbRsUTw1qUtrpcz7om1re7sOCzI0Gly7YLMkLAtiGMFvSkHOqe3xG9lgot62krf/eEfrh7YcB8l6okIEAEiQASIABEgAkSACBCBiRIYFmS7fP24KUujM2aPEGRaJILHknVBlpQyNhEyU5B5uFh0PZXOuK/XVpaFqCDQ/EMmsoExbaJMYcqCsC3zpd0XXXzpA/M7rMHVKz8gOQwc/OJVf71uh1MKUyrhj2DFwPGTpQPcj2BAlyHF09CvKia9L2enTKqibdvALQ495QFwuA2RCs31AGLIOhmwNYc4jkAKDuW4ZNIM8V8APkxOT4LYD0xKYOwI6K0WMfxlImIpZoHUPrRm2qBYLgFYAkIUYFobQRhEgUk5VLGErJs2gixQMZRtDOop8MIYuLCBtTXBYME67eN/v+yHl7zvuI9N74ffxUtXQ5OTAhZKmOS1gIXr4CKJ8sxEv1CQYfTNcH5bymISHWsUZI0pi40RMnxvMYvNOjbLdmGVAOie2RYtdv2LVlp937/o+Z/1N3xghpb4TfRDRO2JABEgAkSACBABIkAEiAARWD8Cawiyycv802cPVLbACJmIkwgZcExMBBAq8U3ElEM8g4IsWds0LMgwXQ+jaI2CLKrVfWYyWXXGBAMUaVVPQLXV/eq8xZcvuPw9R+wzXeR+48vI68/bh530xNW/XzjrmENnsOyvS8s7+dTWdnR6vKO/WrwrlnGv5nxqOpM+IqhUP4CCCAfVufTt1aB6V1Y4g1nLyUMMO7tKHxMPVL2K9AEmNT8WCv3zav/gKhegrcnNfSKq+J/GSBjOwy3ken2lbqxGwZNBUK5m0um2tON+qjpY/mjkB9A+bUrU2d9/eqhVKxP8CEezO1ms/zpj2vSTF732+k5tLa0lH+QvO4PS43ba8fOx1ZrPNx3R6Zf26mti3zr4lavOvXj3E/edsTr693aw/x6B7nO0+IDbH3/Oi7knqwG4TNTMTSTYHFMlUZolhaPr68hYzVAkEWTJ1UZBhu8nSQ1NWkiO6ZiJHf5KrqF39qTgBdVzQTAl/sF5j1xbXL+PDd1FBIgAESACRIAIEAEiQASIwIYgMCTI/t8uXz1uyor4jNn95c0nhYkgwxQ6zUzSnKm3ldhNJAl10ZAd/doFGUZ4cA2ZWZOFxh4a10NJY3IRZR3wJ3mnznv9souu2v24AzK9/n19Pf0gprb+18kv/uKyO+Yc+6m8tG+u9g1azYWWjkoAF1TlAJdCT666k5dlgr58Jp+5umf5yk/m21t/pttbTtn/mR8O/G7WSdtOivVi8MB2IX1H76Jl83KTWhcuF/rk7IpX+1e0T5trQ7RyVn4KV9XwtL6V3ad7ngeF9rafrC52f62Ju7qSSuf6l65e3TSjKZ/lfMFAV+/nW1tbV5aB79oT8AHhlXfa3m16YovXLwkfbjnuHrDEvn3V8mGfLN54B/qY3ASHivb527HcW91fLOl4QZejvnvoq1d3LNjhmML74rwrXmju2Rc6YowMpl7tPCfjs7P9wRKk0IBE45qyCFzuQWycLRO3yjXjkMNr9RJBhteTNWQjBZkSCoqyAmknZ9aQ/T3N/IGp3tUrnJ6r31KrerP5Jl6FKpTKJRbFVvEPz/yB0hg3xDeL+iACRIAIEAEiQASIABEgAuMgsIYgm7wCUxYrm7eHGuwIA0+Yk5gIqUbLiXrKohYamEoiaKYmWEOEzDg0wvAaMlDDgqzKFMQ5F4Ip6VPn/f2Si7639UHbt0jrnHYr+1Y6Fj/42OvXdf95y//4zuplK8+cOnXq03EQ/1tJr+4Fe9JPyyo6vCrDbx+74tcd10878sM5yW8GAacevOKG6y6fe8T2acnOLwh3pgjVa61u+iBeCkoVLvf40KrrX/zx7EPOylred+xQ3+QuDT9n5/nM2dNn3bXkzcXvmTJjSlEyeLK3OLhNVzjoetNaTznyhWtuuH/L4z+h+ip3NecL3Yt7u3c+rG/hkptmHJryquKQyVZ2V+E6x6yqFhce2PWL42/a9lBH9zg/muRk5mfBWpzNZN6zqHvVlmHBOe3Tr//0hz/d+rjcXOV8nfnhRytN7kWfePGKG5+e85Xd3aq8rdTbPxUFmast4wiZFi6EEo1E0Na+JrgaUhXrq82SKFlyHWuy4V+NEbIITT0cC/wwgr6UC+UtZpSfKL717BtysVvNSLvPL+tULgVBHKtIhRZYIowhvjNQ6hfPvfzcW+P4DFETIkAEiAARIAJEgAgQASJABNaTwJAg++Eupx7fviI2LovtkQYHvSBMdCY2XScCoJ4olzj7JYKsHr9ZuyAzQgFdNUzKIoBvUhY5FFudUw5YfNXFeP6mPQ9NHfbYwmoHdPD5Uxad5PvV7wcyLuSmTLqq+7We/0xt1dw8UCyfUorD7a20+/vj37rhsl9M/lx7E9d/tCxx75tu01lffv2SYOG2X9hb+fHJnuseuHrx0ux7p89+MHj95f0fgvlq0naLvqgGKx9pEs4LUOXf81b7ftPMwrXdK1d/frPN5kBfcfBRX8jOSlr4i6PeX5296I47fjXj8PntzHvAE3b/6qC8w2dW3vjWZVsdfsKW/WKB6C1nWCYLQXP6mI8tvvr6i+YeOW9qld3hDQT5di8Lvu8DK6RgwJanfXrJz3/46+1Oen9bMb69e8WqOZnZU37xzBszj/n4FgPbuJX4rmJnz5w0tyGF9v9hBBnbgzAKjBF+UpNsuPz28PvAuFkiyPA6umKOFGS4hgydGl0vDW8GFShtMb3ysu777XJn1TNFNyyHIFlFh7LiVzAtdEakgq0CJXcqR9VIpLxjXnzx+afW87NFtxEBIkAEiAARIAJEgAgQASKwDgJDguz7O556/IxuOGP6YHmz/GAVCiINKg6Hij7XBZkpjoxrk1Ag8KSWV5JQt6YgM+uejKkEttVgYQ0zNMyopSwGaQsGWu0v7b/oykvP2/bQKZPA2S7th083QzPovv4r46J/uMh4ANNaz//Iy1d8A61BFs7+3JyKzblWjOs4lNlYT5viNl1fqVQ2GwC5QHnWLwbbvBean+lTfTPELu2T225xisFLn3j1Jx9BSXjN3CNncwkij9XHZGypIGxqaW77dliqfiAKg2O9fPqBleUut9iUbe23yv1nvnzryoWbHb1fuhL/IeN6PW8NDu50dN/CJde+79ifNr/UedycTAtUbAv6muzDDlx09cIF23z203NL9m0tFQ1hzwC4nge8OQ1dIjz908t+8YObdjhp/6a+6DcDy1Y3T5k5/cZMKxyjO/nWOTt316rFS2fnbBesEMAx5h4abGZBrOtlrtdfkCnBQCqAXteClVMK/utu6YelTNeCHz6zsJ6eOFQ+bv6c+U7RKc4JILpOW6zs+dZnnnnzGUpjpP+UEAEiQASIABEgAkSACBCBjUBgSJBduNs3jp+0Sp5RWNW52TRtQTqywGVYtBijNEmErF78ebyCDEWZrBWGFlj8mGHtMmlMPYK0Df3N1pf3X3LVJedtccgBW6cLv7SK0ZUfX3T9OQ9OO24vJ45/2dXbP6uw1cyfdb7U+QUxt2lGFEdXO9n0AVEUAav6pbTiUSZmzWjs0RtWINfWDNVq9XqVEqd/5q0bVt7wvi9cmpZ8t1JPdd/qjFQol/deMMXNfMnBwl5KRbblhipUmbaW1p/e/WL6xB1aXplezljXDHj6gGKT9bVvPnP9BddPP2zfyeD9qZDN9S8pdr7/sBULlyx8/0k3bLZaHaW6B0GmPehvcb740cU/ufLy9xy982aB+3hl0XJri8kzDbcyi6Da5Jz5oVev+P7t25/8ydRg8CvVX860NTX/fJclk499bkrPezzX/l330hWzM7YLbszB0Ry0ik1x56Tw87pTFseKkBlTD8Wgx0sE2WtO8UeltuC8sUw9dthh110H+gdvzmRTR7zwwvOPboTPHnVJBIgAESACRIAIEAEiQAQ2eQJDgmzBzqd9obC8esaMcnXuVMXA9RkEsgzukMH6cMpiXZChxTquG6tHyBpt75NkukSQoVugpbDANKZASogEgyhtQ6XZ/vJeS6645Notj/xwexnub7LTcU9Q/vDBq3710C3ep48vpJuuSWUzy7srxYMO6r7h2etnHXWgCNTnCqkMeJI91JzOfaDc2XOU67jfX13qe8XyvE/19PX6TS25b3yq+9crFm5z0qU8iE9QSh126OLrfnvblifsEPYVT8o76Sm2Yz/ul8qtKTv1dZD6l92dA0fnJ3utg544Z5nfZ7FCbsEpf7/h77fM+vyHm6S437Htnu6gtDOmLN635Yk/06+tPHq62wxliMHPZ27vbOv/98NeWhjeN/uEj3kV2J5FwSv55vxWYFnn9cf+d/dZdMXZN212/CdapLiptKIrnU9lrt938IZjnpvx5S1TYN/TvWLV5mnhgCsxVZSb4s5oo1KPSNZNPVB41QtwJ5/e0VMWsVUSoYwTl8VhQRa8Zhcv6Goe/OElT/xycJRvgCk1t9VWW7U5VuZPmukfv/ji89ds8t8UAkAEiAARIAJEgAgQASJABDYCgSFBdtEOp5/Qsjo8Y0qpNKdQCSAlGTQ7WaiG9d/sidxK1ivVIzZ1mZCkLK5ZHwtTFQEwXQ5NQWxlbCfMnZHFIE7b4GfsU7sy/AoLgn0mK/fO19581cnPnXPvYLF83OyWdMR869LuVT3/nmpv+l0nl99Suvhie1O7GOz02fQmi5f7/NNFrL8eKfXfbnN4VbAMhN2WM3NaJssfnDZj6jWLXnlz2qxZM17o9sun6LDyRMpuVswquZVqFDWr9MG6El4/qa199eBg+SgrN/josqBd2Pl48oAMNs8p+T9pZW+fZ97dURT1Ss32ZV70Rk7lr4BVvcegCUcxrABvyurBNDsNhPfT/Za39720LVixVbLLXf0nMMkvsLLej0pq8FupppZPyD7/56Wu7vSMKdN+U+WVkzLV3BZcq4UDXT1zMVXRlhocXGinGXCMKOrE1XJ4S9bxJdUE6rK3FklrWEOWvA0ANPVQnIHSQxGy8A23/KPB1uqYtvfbbrutw5l7Bxfsf/72t2e/vhE+e9QlESACRIAIEAEiQASIABHY5AkMCbIrdjrnhEJ3fGZrX8/sqZgyV6pCylQVSwpDJ+mK9XLEeAb/HhZkKLfqkZtEdoEpHI3/cLMwSmZiZAqkYOC7HGKHry5B8D9MyenpgG0TgQK/OQOlsPp8ToqeQia3TRCE03oH+8HOpHulBS9XwrBcyGYh6hrIz5k6fefOzk4rXWgqDVQqzykB5TgIhWNZGS+V3q6/tzffnMtDz0AfWPlsVQr2vMOtYhyEzOWW6wnrPVY1mhQFIWQL+b6+sPLXnqAcpJpzs2QcT+dx/FqzlbGDcmV7L52Carn6eNpxi56wd4ai38KkAseywVexmU9JRy8Agx7HcVUQRal8NvPeoOJnW9tau1Z0rn7Bsezpwo+3wrBiobU16uzpfiLv5ZocLbaPSlVjec9kUiDaVIHjHGIlhyhjLbIkIlkXZElduCStMTH14KZQ93AdspGCbNXU5uh1p3T+ugQZZqnu8P6dfw0aBp//2zMnbPLfFAJABIgAESACRIAIEAEiQAQ2AoEhQfaTXb53Inu968y5EM9qqUaQiQWADIDVXBZHCrJh23V8qkQU4Fbv0KQ1sqQOGYoLW6OxB16XEIGGqgCILQZRHAKXCgpWCrQQ0MMj6KsWIQsuZF3X1DCrVCqQdj3jFtjpD4Bnu5CVuM5KQiqVBV9GUA5RzsXgWh5AHELGSkPKtoAxAb4MoKIUBBCBH0XgCAE2WOaZmoRrzEZ6gyJo2zbPG8cx5FMZiKpV4yKZ8dJGHIV+ZFIJY4ig2WpKnCNlYKwjpWtBf1AxYhNTNIUG06/nuFCpVgwbV9iQc1NmPjFmJTIONscnwXVjWHh0FKdIAAAgAElEQVSbgYiTSKLJGxwq/dxYGPodC7L4dad03hiCrD602G2H3X6tQXc99fxTJ2+Ezx51SQSIABEgAkSACBABIkAENnkCRj+hTrr6/d8+sdATnZletXzmHDcNohyBY64lph4oq+pRsER4oWxYM0JWF2R1I3xcu4QOi9jSRZdFFCkgjcSrChQ2GrSMoTmVA16NzHmWTYEfBGApDpEMgKNIirAulwOxDMHyXJAM75MgtQYZa3Acx4gbjpoQNVIYAMdoE/aPIgcLJjsOSI0jctBagowUeJYwjoaBjKHEYiPGXNsBhwuIKlVI22j8L0x9r3JYBlukhizmMTIWBGXICcfY/y8PB6Ap2wwqjEyky5OJMKtylIkasPh0HISQEjagCQlGuyIlIWJJO0+gMGNGnCapnYnMrbPE9oaviYA1RsiSdzOeCFlvykZTD/mGVz5voLny/9Zi6lEXZGzPHfe8KdZR71PPP33SJv9NIQBEgAgQASJABIgAESACRGAjEBgSZD95/7knFfrUWc2D/dMzgyXIKg4pI8T82rDYtDFtMRFkjRGxxuerR8hQkKGgcRVKm6Q9/i86LaJgw/Q8FCIqxmgcxuM4WMwCwGLUnIOvAsi4KQiCqhndAgt8CIwA4ZYAGSuwhQuRjEyEyRY2xDICh9sQqhBc4UJFVsCuJQKGgBEy1/QfK0zHjMEWHlSYNGutsAaYAyJ5JpBmvAACyFg5qMY+WHYKfFMfDMBBEaViqGof7EwOqigEYwWWVpDnKfCVD1g4QDgO+FEINhegZGQEl2eeOTZRuSCOzDVMgUTi6K6YFNauF31e882jNK4L4nriaBKhZKCM0QrK0KSgNMYjcV5Ip88T0DUlH7/hlM9fOkV///IHLy+N8pmqCzK+03t3usmyefeTzz39Hxvhs0ddEgEiQASIABEgAkSACBCBTZ6A0VNYjHn6zs5J9orBM1qK4YypXIAe7IOsUCAAo00KQGG0CGNO+EOfg2RJpAbTEFFArGk8kaTb4Vbf10tKDwuI4WvYbqSwq6uC+hsayq00fSajDVuJJK0a24z3zdadDOtr3ZK6ao3PU5/BmvNpfK66+DT3mSjg8Gq7ukviaPNI+KyZ6jlyDmuOXu8lEWSJMKsXh8bYI6aJJumj6OxvikmrGLxUDrqrgxAWstDVmorfsCoLlhWs717yxCWjuSzWB+G77Lj7QtCy+2mKkI3340TtiAARIAJEgAgQASJABIjAhAgMFQS+cteOL3or/NOmB/ZMp7cPUqoCzZ4AFZWS4s8Kff3wn1OLvCTjoO3HmmJpQuMPiauJ3TXcen1E2PqONdp9owumiTxfo1HKxJ4MxRhGHRNhh7E+ZaKOyRlu3pvFXZMyKVMuLAr6Id6sPXpNVC5emrO+sy5BttMOu93MOet6+tknKGVxYq+GWhMBIkAEiAARIAJEgAgQgXERSCJkHR18xv1wsre0fHprZzitLVDQYqM3Rh8IXK/F8Mc+WrELYBpXXdVFWD2lbmR8bFxj12TD+Nu+G1uaJMVRVGXdTXGsOSeRuHrsUZnoGKYs4iYUr1njMwhAQhUYRO05WJZXsLKFX7goXfzORQ/+rH+M/vnOO+1xM4DufubZJ058N7KnOREBIkAEiAARIAJEgAgQgX80gSFB1nxn8cRClzx7So+cNk06kPLLYEEIGqKaWyImyFnAlWV+6GNkDGMxJiqznmGqenrfPxrCP2r8uhjD9EKMZtX3430e5IfporjFQ2IMTUEAbIVr8xI3yRA4VFIc3lQD0Dvdg552cfHSQnTugvt+2juWINtl591v0cC6nnnmcRJk430p1I4IEAEiQASIABEgAkSACEyAwJAga/9D+FlncbFjbsWZ21pWYAf90CZS4MuKcUpEKwrJOfBa5MWuJcYZQTaBAUc2rUd41reL9dSC6zvc2+5bV8riugbCss/1+mKNdcbWdV9yHaNgSbHuiMeg0dADjUi0MCYqaEiCsqwECvotgN6CBf0z3fh1p3jpymnhdy+77ec9Ywmy3XbZ81atdddTzzxOdcjG90KoFREgAkSACBABIkAEiAARmBCBIT1z2T7nfNJeUf7utJK1faqrCFO0BY70wTbrk7Dylq5FwripsWXVHBPRqv6diZL1X0OFM/1XF2TJ21rflE+0JGkUZBI402ArAFehVHOMkK6CgJWWgs68guLsdNeyTGVBcUrvRQsWLqyOKch2+8CtWkPXU089SoJsQl8rakwEiAARIAJEgAgQASJABMZHYMjU46wdvrzFDFE4v7XIDuAr+1PTJId0JYCMqcSFtcMiY8NuNpYUPk5uxgTGt4uq8QilRMglguIftSWVvta+JSWaN9yWuB8mG7pX4uFoI4yXCRrco+ukiZBxtOnXZv2YrWzQ4ABK6krKg0XMB715C/xddD/akw2/teDhn/xhHbPiu++6120KdCcJsg33/qknIkAEiAARIAJEgAgQASLQSMDogQ7oYLAtWNl0dEyqFH9tknS3tFb0Q0vEoFkCOFgvy5RtRhc/ZQQZbriGCdPjRtvq9vHrwo0CZTRTi3Xd9694vVGMJYKsZpO/FvU1sv3b58yBafRaxPcSA/BE4GFRbCEtCLkLJcuCTq6hu+BAPLfQv8weuLIzVzrviruv6BuPIJNadT399GNf+FfkTc9MBIgAESACRIAIEAEiQAT+2QmwQw89VGy3cDvdAR3qe3ufMTUj7bPs/uDg9tCewlcNQFvEICU12FiLjOGP/mEBZUwlTJRn7Sl3TA2rDSwQPXKruwL+s4Na2/ONnFPiOzn6NpKScavUiT1949YoxOr9a500amyKK8gc7UIcx8AdBpWwBBkvBZGSUAojUF4WujhAODkPxckZ6MrEd/ek/HPOv+v7z46DN99t1z1v54x3Pv7kIyTIxgGMmhABIkAEiAARIAJEgAgQgYkSqGfMDf3O7/jIaVvktfdVt1d+NFdm06yespuJNThKJil2jNVMKJISz0yPbekxln17Uk46GRrbjTS3WNexuW8UkTdRCGO1rwuhtbVpvD6qfT1jtSLNwz3gjIekqbnp7Smf9b5Gjl8XdThvrjnYwgXf94FxBY5nA9MKyqEPzMXoGIO4JQelglfubeIPrLYGL7zw7vMeGCcfvuce826XcdT15NOPHT/Oe6gZESACRIAIEAEiQASIABEgAhMgMOoCqZMPOHlmk85+opXlPuUV1dZeDFk7lo6lgHOlNVMcmAnjcC0ZT/6sL8ZiqJEYZs/h8iZWExQa6pEybMdA43lTRwsjb6A016AVA1bb4zFDO30mFZ6v28JroUFLBgz3OE+psOO6fKnLurrEw33jtdGO67QaJeFwO1WbAD4KDmR6rukpPLaEQEk4zDERYENLw2oCtpGz0agJMs4Sk/qhbVi/1vpgFq7Wa1hqxk1XyJgjn3JchWw+y5iSLI4CpuPY8lIOxEJX++Jqf8llrw/Y4R/77fDWq+655KUJfDb4nnvs/VvHcTof+vMfSZBNABw1JQJEgAgQASJABIgAESAC4yWwVseKUw89NcVDb24m9GZbsW51YjmNxypjxyxGNcVioTVYOuYAig/HeFCPJaKFaSwpjXJDG12W5NzhsQStBWOayZhZjGum4qEIHd6HEi2Jv6EKMpvpUzNM8EvOJ/3W8vhGzBafoX6t/jxjAWlsO/K+tY1R708pjBIydD4xm/kbn40ne/Octb/xGPVs0tBU3GZYcLtxvpprhrySOCSARsHJkSeKt2RD3kIzc1wVEbiODX61wnJeCpSMuAIVSxeWh0ytKorqqqLjLrr2jvOK4/1Q1Nrxffb+0G+jKOp69PG/HDfBe6k5ESACRIAIEAEiQASIABEgAuMgMC4LwY75HVYndHo5C+MuhVEWjHW/bai07a2xMqrkpNc4zvYMjrrYqsnJ6KUAMBMA6vtxzGONJoNheVzzmmi/E21fam0a8zmyYWWt1yuRP845tEGpr6QnTZoEnZ2dMGkSQKk3rbN/y1ZxXeBEn7mhPd9z9w/eEURR17PPPnHsO+iHbiUCRIAIEAEiQASIABEgAkRgLQTG+aOf+G2CBPheH9jnznQm3XX//fccswnOn6ZMBIgAESACRIAIEAEiQAQ2OgESZBsd8b/sAHzvvfe9M45l12OP/ZkE2b/sa6QHJwJEgAgQASJABIgAEfhnJkCC7J/57fxjn43vtec+dwGHrkceeejof+yj0OhEgAgQASJABIgAESACRODdSYAE2bvzvW6IWfG9P7jv3QDQ9ZeHH/j8huiQ+iACRIAIEAEiQASIABEgAkRgTQIkyOgTsTYCRpA5jt39xz/9/nOEiQgQASJABIgAESACRIAIEIENT4AE2YZn+m7pkc/be7/fxVHc9ejjD5Ege7e8VZoHESACRIAIEAEiQASIwD8VARJk/1Sv45/qYYwgsy27+48P3PvZf6ono4chAkSACBABIkAEiAARIALvEgIkyN4lL3LDT6OD7zPv4Xu40F0PPPBHEmQbHjD1SASIABEgAkSACBABIkAEgAQZfQjWQqCD77PPw/dwrrofeOBPRxEmIkAEiAARIAJEgAgQASJABDY8ARJkG57pu6VHPn/+h+7l3Or6059+T4Ls3fJWaR5EgAgQASJABIgAESAC/1QESJD9U72Of6qH4fPn73ev1rrroYcoQvZP9WboYYgAESACRIAIEAEiQATeNQRIkL1rXuUGn4iJkDEGXeuRssi+cdBx2anZfDuL1QzQ4HKmND5hxJVWDk8+d0rHWkrNGddcK6YY10ol7bhkZi9q95lznJtzECdzVUxqgMicsLFvgDX2inMtlWJMaMW1MGNypZgUiq3ZMgIlueZD59/OEu+rn8V+R6cdAdOWiiACizkcn0gxR3Ot1/ie4XMLlfQheY2FwaFZ8gxr36QSTHCcN24W4DHu61t9LMUSfoah5DqqQeM6GU8JzXBOmtvcNGLAGeBj4XVrqEfFFTNHGhQXnEmtlVSaKSW7rBRb8oooF6+++mpETxsRIAJEgAgQASJABIjAehAgQbYe0DaRW2qCjHVOxNTjawd8LjMpbe/lBdEBcaW8jQfQxrSyLAaotLRkCuUAKA7JHxI001oDCFBaaqaFBiO0UCdIrWO8poFpFDAKNEv2HDgwLTWwCIDFoLXQ2og3BoxhlyhIzH2s8TwzwkwBNsLroDlHKYTjaSYZ0wL3gAJOMRxHADAJoIf3GpRm2B4UmKF4bRwzJeysPq7pzzwvoN6pjVM7Nh+jKJFDZuPJpIc2DZoxlpzCv+sXcIbmnLnqoroyEOvd1KZvjplOaAzdq5N7k/uVAI7zAsaY4AwnZYQZM2eYuSIMKsaEeUQF2ohmpfRgFeIldlvu4ZKbvuusn1+5fBP5XtA0iQARIAJEgAgQASKwQQmQINugON9VnU1YkHUcdVRToag/r7s6P9vu2JPzNm8qeG5KaMkYKM4BpYsEBkqiqEn+4UcQ5RNDgZPoDqOVmAbUXjFqCRQUph0KDLNPjgHk0CcYhYsRPmvsGasJsIbzDDAKNdwOhVdNuBkBpkc/rp9v3GumUVlKvH+N6zhErZ819rVYIHC8b81v3/CkGj5GiS4aa0OROu7PnWnZ0CfjSYSOaSYQCF4yx7V2+GaMINM1ragUSjINSim/zK3BJZWot9dOPxm3Tf3B2b+4/OVxPwk1JAJEgAgQASJABIgAETAExv9TjoBtagT4Pvt86B4hWOef/vTHsQpDG4XUMf8YL+X1H5Wvlk+cYrEtpmeclizEIOIAhI5BmAw6lF8ofhSgMEs+gSjAFEaqhvbmWu3YRKgahBYKmfoxChoNViLPRgiidR3XhddIAfdOjrXGOY0uDNd2Pok8GUE4qoBb1/mEo4nMvaMNWa6h/QxnQOFlzjeKPhRk+K/CPeixc/LNCizrcpv+0u82nfnDhVcveUcPQjcTASJABIgAESACRGATI0CCbBN74ROYrhFkjKnOBx98cCxBZrr87oGH7tYSFs+ayeJdp7t6SpuQIPxBsHQIHONgZskUpgBiXhwA14kIqy3tAm0UwZrCDI9RkIwW+RqR3bfegqZRCI42/vper8+HmZTHt8/LzB3nxwSY1EgTMXv7nimM5639+rre59oCbCZLNJFctX0tNbJ2fmTUzcyjYcPXFXAXik4eeuy8emJ16U01bc4NX7/x6m+v65noOhEgAkSACBABIkAEiMAwARJk9GlYGwEjyDjXqx944IHPj4Wp45OfTDcp8cXUwOovbF/w3jPT1iAGOyEFEQiODhwK0EsCJQBGpvCnv6jpAIXRl3G8g8ZExcbcvrXZa9S7HBYeow8ytoXGiKjROJ5zZJN1jW+iT2P0O577x3qsuiAb2Y85NmvDRvwnYDhlFJf3gcCYJkYih5eoDQnkiFvgiwz02XlYYrUOvBLwZ1Y6Tf95wS1Xv7IeqOgWIkAEiAARIAJEgAhskgRIkG2Sr31ckzaCDECufuihh8YUZGccdMTktlLv6dNZ+JltM9aMlrgIbrUPCh6HIK6aGIwUAnAlGWjLRIPqQgqjRGOl3NXT5ZJlZfXlZcl+ItvahE2jIBmtzTqXcE3kIUZrO+y3MWpP6xp/XYJtXY+X9N+Y8phEJHHtWF34Jqv4hjxDhgSZeR9gQz/PwptWK7wcey91plvPO/eWq69f17h0nQgQASJABIgAESACRCAhQIKMPglrI1AXZJ0PPfTQmCmLHfsfNK2NybMmVQYP2anFbi8EfZDSIUBcMREYdGaPOANpHAMtYzYoVM1tnaPN4ppCq/F4PIKjbuXROBFcp2Y+4A0RIM14YkjR0HAoglT7JtTHQ2/EZG1X0njNFD50eEzOmb5qKYUjQeI17N+4ZSQBKXNP/T5zHg0lGa6pW8NgcWjcuiBNxh82LcFUzjVEqemjccOUyMTzcQ0uaKBYP8WUsVUZa+M8sdQ368Ya3hOmnuLGlYQBnoXlmZnw14p4Y5lTWHDub6+9jL5WRIAIEAEiQASIABEgAuMjQIJsfJw2wVYd/yvI/nwPE6zzwbFNPeAb+x80bVoQn725FR6yNettm5XWUC0PgCWMe7oRGyjG6o6I6EvYmGrYGIkZmZo4NngUWMaNoiYPlBEg2D+ah+BmUu6USnwVhW1SJ2OtQNYUFpqNYGqe4uiumIyGgsWRytiF4NMPiRET4cP+TBE0QGPCGI3geSIw68+O7etCyhj0Kw1OlAghaTGIeeITieaRHgpHpiBE4VoTPdiThY7zddHHILmnvhZNSzMe9lvf0AnRpF/WUkMxOdSs2DNVA+ryCeeGZ5O9EYYT+C/AaO8J5xqk2+DVuBVe19nFXU2tF3/zV5ddtAl+YWjKRIAIEAEiQASIABFYLwIT+Dm2Xv3TTf+yBDr4vHkP/U5p1fnwX9aRsviRg6fO0HD27Lh86Pvd3rZWVgY/8s3MLYYRlkSQJYWx4prTIhp7oCBYMzI0IVwoNNAUoxYbQpdDFDF1QYZlyYQQRpAZ/VOL0qEAw+cR+E8lbo8xCsbaozAlwVYoyPBxE0dIhdW5BPYsAI0NcS0c9h2ycEjE4Xg4OyMEzdySMZlkkDLFrDlEFgMpaumASoOtYiPIsB6ZmQfW/cKqbPjPeIGgtNQQMQlxLbRlAweLcSPaao+fiDWG45viAWYsFEuCu7XnS1wsE0FWi/zVInMTEWWN7weHiaIIwtwkWMKmw6tx6q3u1vZL//v6i340ofdIjYkAESACRIAIEAEisAkTIEG2Cb/8dUyd7733/Ls1CrKH/3z0WG3P+MjBU5vL5bNnq8qhe7fLtrTfDabcskrcATeaIDM5t6KWhphEi1A0mTREhfXOhtc+1VMTsaxZJCVIzsHSGppMiWkNkUgieCh+jKhTEkQt0oUuhyjWTHQN64tpHFWAZe5FCZaMjfca3YVCVCXRudCUU+PmGCNVoUiiXSZypeqm/UnftXrPiZCqpTgOpSzyhtLQKDRNpiOmXzZWlq49h/lWJwJYY0Hrhq0uyJJTGDlcf0GM/afTaVgRcFgmZsIbOvvWilzhstN/ddn59LUiAkSACBABIkAEiAARGB8BEmTj47QptuLz5u1zVxSGnY89/tgxCKADf+V3dPzv/3ckRcVqGwqy9jA+ey6rHrpzutSW9juNzb3FBaBt+8YUZCbKZmI+SXQI14lhBAw3FERSSiNNOOfmn2mHqYPoICg15KQCmwFILiDkSalqc6+JUikQmJaI0Snsy2QsmrAXMG2Z65aOMf5nzqFpCYot3BwlTO21oJY6acWJW2GIoq6WBomCzLFwTV1SvwzTDjHiZyJ9teevpz8Om29g+qEyUTe8hsIStzXNOZK1ZqaSgLGrr60na4iMjbS7X58POJIKggDKXjMMtmwLzw+wxatyzZed9utLKUK2PkDpHiJABIgAESACRGCTJECCbJN87eOaNP/gB+fdkfLczvv/cP9xo9xRXzJl1pBNkuzsbZz4kK31qraptg9Vvwy2bQNH0wqTspgUcN6gKYv1NWK4xkoD+FpDKBVExrgjEThJfA7AMoIMUJRVQVi/A8aqQsp9PT+Y7lgcYnSBxOREzYyYtDUzUTIUOlKjIIMkbZE7IJiVCE0ZA1N+rUJXIthiFH0MwK4JsrAWM8MIGUajIp6kRmrgj2mlX7WF2EnH0fvQpMMUz8b6ZJCMiymVxmQE18UpXMuG54WZlxC2WS8WqURs1QtuMyxOXVtbloi5ZG1c3chkyBzEpC/iC3lnETLP86BTOrDcngmvhO6bq5taLzvtV5ddOK5PGDUiAkSACBABIkAEiAARIJdF+gyMTuDQQw8VK1euvq1arq5+5rmnTpy3217HOZblVFl8wyOPPFJsvAsFWVssztlCVA/ZvanSqla9Bi1trRCFfq3e2EYUZFqZiFMEAgLG3woU3BVy6JQgLMaZ8CwnBVpux5Scp2TkMcZet4R9uGXpTq75haJcPMQRHLRtQ2S0DwPOGDg1ISQw9dIIvGR9mOYChBbGHVHFMQhHAWcaLInCiINv1qklETbcAh0ZseRIMAJLWRbEttUbCeskN67cF3DvFBbG52K0DiN6qHKljk0KI65Rw7REy6RIsiEjlEQ4ovDEcgKJoLI0+ldiemRiRlI3TUlibTVnx7oToyk1UEvxHJHSOJHvQ30NWZBthyV8GjzXL18rTpt92Wk3XnrxRPqhtkSACBABIkAEiAAR2JQJUIRsU377Y8y9Jsh+G8fxSs9zvjjQ1feQDKMPtLbkbwXNrn3gyUfvrt9+5oGHTm+qym/Pjgf+bddMsWWGF4Lv+xBHgUlbTNYzbaQImVYQKglVZkHIrZsCxz5ta2/rJebZFi5Ui4+Z76pidSaA/moc+P8ho+hlLdlHO+NJK+Zme69Vg/2fcy1hBBn2gwIGxY+JkKFIwvVeKNhMNEqDcdNXeA2PI2CpJDUyLY0FCFRFsm4siUqhEYcCSylIhRIsLUCiIHMsv2qLnykuHrPi6BAeqU9aUhujDsBonFnjBiZdEqNcNuPg4Do0TJtEYSglBFqZiCDjlomm2SDB1gAeoCBDh0a0H2FJmmbdah/3yGUDCjLsq583QV9+a3i2X7682M5c/p07rruUvlZEgAgQASJABIgAESAC4yNAgmx8nDa5VvPnz7eiWN6pJCx+7LG/fHH3XXf/Sn9P30VoZd/clO/yHPf6lM0uv/PPf150ykcOnjodrB9sposH7ugOtDT5q42QcB0LtEzWM20sQWYxAD+WUNYcAmHfWMlYp6b9ysCA03p8LNVmjgX37Hj7U396/d/32FFF8b2hH/SEUn0yaGpa3u5Xr7GqlSNTtgBpO5UI5KuxhG70URSaT2VKvQekcizXArBEtwJ4WUk2BwDyFoi/Kw0DZV2dIrjeJhs7AtMDKzZ/K+DwJtPqfQpTC232mpBR4PlqjiNhDro7ho4FJcd6WnF4wwW2C4vk5m4MZZezF5TW00MZN0dMvswE7wMG01istuKRsplEi32Gz7IaXHeRsqxASslRK9pxrGylZjtxvCUKQJNuWUtdXEOQGTGGW2JegnJyfTdjg8819PMcLLdnwDP9+oXewuTLv3X7NVesb590HxEgAkSACBABIkAENjUCJMg2tTc+/vmyPefN+62SynrikYc/vtdee+XCUP5xoK9nV89xwHEcyDnpv7Wlcz9u5da9m9vumbNl8fDds9XmbLDapMzZFgcd4uorNNOwakWRE+t1Y/VRs4Yf/yO9vaWUEXDbga5qBFZTy61VS/9XpF1ZiuKbgtDfxxbizjzPHG07IY9B3hVHslVx/vHAdZe3BMHVum/gs5NbC70B8LP6qup27nol2/U5q4o5TEdHKKW+Ihzb4yn7ei3VeeUw2loI9FdkTzEtQpa3Z5d7+k5tUu4REeYqFrIdZc1+JSJ/RwZxJxPqZQDlZEO1VZrb/93TPfDR3JRJ1ZIlvqxs8WcIgy/H5cp/Nrve/Tzmp4dRdYpiKqWBP+mnnFKKi5kc5BcgiE/yfd92Uqk/as4u1Jy/WuKSR5GO854LaVBNTiyP1qXyKTz0ISWEEcONha8Te/thQZbQ3DCCbKU7C/46yP72ppU+/4f3/vKGd/JO6V4iQASIABEgAkSACGxKBEiQbUpve4Jz3WHX3b8iOLtAK32lY1sDjPGPBNXyzmEYJkWL/RAKTirYqtD+8PsnTa3MVaU955bfbJvbpKBaKoLgHLBm1sYUZK5rQzmU0OvHwHP52/tCODk1oy1Y+uaK37iu/WHPEj+2mTrdtq0WruL7gjjGFWD/1l8qLJ3U7F+je/uOKuRyFebZ36ootTiI4vfJSL7ZbouFkZ2aIlzr2pWrlu9TaGu9cFmX9819H3wwfvXID+zgD0bbWbb+67a3Pf3Cki98ZO+g17+5GslJVc/50u4L/2RS9p47eI+9bEts4TL98Ja/efSN1w7c8RCHp35TlTIQLc3/tuUv7r3vpX+fd2ZQKn0363q3QFUet+U9Twz+/RezzxwAACAASURBVJM7vycGvT23rKXb3PbkYy8ftef7PGXfDgCFvsHisTumt7j7ab3sqFDLPTLp9I07/OLBh/9++K776VLl8jzwrVKYMukn6/cwZXHNAtCJIKuvMXtHtvdMAYbneiENK5yZ8HyR/XV5qmXJorC0bJBFi2XGuvGeW29dNsGPHTUnAkSACBABIkAEiMAmRYAE2Sb1usc9WfxcsK332iuTjuOvxVH0gVw2xwM/mB2F1c2EEKzQlIcVi5dAi5WBOZnmF/eYPatzut/73j1zlXbRvxiyKc/U59JBXLOET0wvkgjNhouQVX0fsi0tsLR7AHhT4daYpU/d7q5Hljx58Lx5DGTBFuqZHRY+tvz1w/Y4OgjCn/lR/ILW6tPFatvytpb4OlatHI7mI5DyOi3X6RR2qnVwcPAJK4bTW6flFjOfXdg30HNic3vr5YuW6K/m2weaZSW+0OPu4Urpq1k+dZajdMq2sneuGizu1GfpUw+89bGLHjn4Q7OdSvkax4UPMxafs/3tz3zntc/ssqMtMvc5bqZlMIoOLjX13pMZzJ1RGujrSNvuzeCWjnVKOS5teVYlDP5LeM7voxi+nJ3k9bHAutf3g8luJnPwSi5f5f3l2wfKxY+0thW+uTyeecF2etGBrOpf7/jVfJYzwHLQmM6Jm0lZrLkpJqewPlz92jtwWaytRSs5BehMz4XHu4Ln3uTpcJkM2dJi14zQVr976tFHTxj3p44aEgEiQASIABEgAkRgEyRAgmwTfOkTmfIWH/uYqzo7vclOPstFfEt31+rdLcuCoOpDe1OhpzXVcvWW2aZbZzmp/5od9x30PtHdXJA9RgxEYQBpy20QZPWR1ZALYZJGt/6bl0pB18AABNwFnc7cyrzUqZsvfGTJ0yfubMdlK9Uc8pwAvT9X6uww9DfzY/WCFtbBPFQrWK7p2v6e7sMmT578Rk9x8Brhph5inA0yzaqLxNS3ds102Sy0vt/dvfrU5rbmyza78c9f+utBu+zgWeKXPau6t5ncPunuUIQn+CId29y6oy+Sewx4/JRP3vjgxc8d8uFPiUrlVwBhSqnwp++/928nLPr8fu9TfvS7UrHalmtt+cySZcF9M6ZZZw32dX/LdexfDzrWcfnQn8sUXFeu+Lt56dTTTU3NR/OwsqjiundGGuZFSp0gc+Ub43LuU361sqsjxA1Oc/hKS5A5x+/uPSunFXhKQpPrwkBvD7jpVJIqWhdkWFDaRMjqqYuJ6cf6bBpdGzWaemRNhOzZAf388nTzVS+uXn4zn5z/xvLe1bu4QnxqpCvn+oxF9xABIkAEiAARIAJE4N1KYD1/ir1bcdC8Ggmg0+LChQuxajHsuuuu+3Wt7r455dqF1tZWqFYqd01tn/r9af2znnZaVrVv5TX/aFbY/7H3Wl2FlrgHHJuBlhLQiAIlgKytIUv633CCDJ0MnXQGFq/uNWvIylJ8SXm8PywH389lMrsL6Wc9oWdzULk4jiHQ/K/KS30mW8gtL1binzPGDq0G4Um73f7E1Q8futfWlsWP1FJmWCCubQ2zb0CmfGEYVE92XOeyLd77yJdfemr7vSwurtNBvHk6nb0PFD8uzOs49J1berX64CoZfuWQ2x7/8TOf2ufYyY537UDfKrA9ce2Wqc1P/Gvw6vYZN3OfY6Va/DA6aKse/vul062Ogf6eM92Ud1uKwVEVv/peqfUNlVJlq0Kh8JTW/BirOfWma2VueWPpko972ew9uea2/+zp7uGWZ0+TUZjmWn3Qi8ITs6AmZWQMadDgl0uQz2YgiKM1BBnSx3TTui2/eRvr+V8BFGRYYhsLQy8TM+GJ7vDZxXbm4gv/cPPP95u3/3/3lPr2g6bskc8/+GA/fbOIABEgAkSACBABIkAERiewnj/FCOcmQsAUf56/7fxs2Snd19vT84HWQv5lzuDC5ulTf3HPPfcEyOGbB35u1hzbvWBSceX+O3kD+RbVC2FQNsWY0bJ94wkyBWEYgJVOQX9VQsSdW61008mB0HFcDm+Joso+Ta4FLj6ClhDFMUghXoxTqYOzVnppdww/L1fL+6XyuY/v/JtHHv/zwXsc0zcw+O2U7Tw+uX3SaQDQ2crY+YP9PV90HfuyzW5+7EvLjth7Xlgu/qTcW9yyUCjcxyA+3m6eHPWXq7etrJQ/IOZM/+q8K+9c8PK/ffiEHMiro+ogRCy4bnm17cQZk4vbezx1v5asYNupA6csD+9fPpV3DA70nJnKpH8LGffwsKf/fVrJX5UHSptPmjT5KT+Sx24xVb36txXy1koUH9gyZcaCnsrAmaosjwrD4MMSZK45m55l+f7mXhym2j0PdLWUFBnAQtJ2YqaC7o71DdeW1QXZ+oox7AsFWRhWIWqaDEv5DHh0dfXpZemmiy+8/5Yb9tp9r69FTO/LtDziiSeeGNxEvi80TSJABIgAESACRIAITJgACbIJI9v0bth5553TIlBX2pYtCq25s+/+4x/fbKRw5qeOnTkF9ILZ0cCHt1Er82h7n8t6xuxeBVEiyJhlVo+hONhwETIFHJWFsGBVXxkyLe03V3z5n24+E5f6ijc7Avb1BNb3kqBlDJGMQdrpV0TKOSjOFZYO9ld/xhk/RCt2wva/ffS6p4+Y3xYE4VwhZTnPs6uttBPFxd5zYuV/qSnfdNWscMqpLwev7JXPZK5YuWTFtjOmTLtLROKk2OVRLOG3q3x/z8Gcd+p+v/nLRUuO/Pgxur/vp0Gljze3Za9sY3P/a5n1xnYeS/1hcLCST+XbPjl1y73+sPyl+88sDvadm8nlbg1KPUcKt/B+JYMbS90Dm0+fPOWJWLPjpuz4sVfeeun+m/or/mcy+daLusLiGV7JzwqdbglT2rbiKOWE4bxmW3wt7u+f0pJxweUcIh1BpJWJgNUFGdM8sVlBww8THaunLk78c42CzLY59LI0LLOmwyMr/SffsjM/vuTPd/zyY/t/4r8XrVy2bz7jHUmCbOJs6Q4iQASIABEgAkRg0yFAgmzTedfvZKasAzrwX/3XO+vo+N/jjuT4zE8dPnM2z13YNrhy/+3srvycdASVYj+AVGBbSUFodPPDfSLIUKLVutJJ5MaE4ia4R2GHa5iYLWCgGoGdyj7G3fT5YRwzS4hzg9LgdijIBJqLqBhipoG76S4703RGBNZqP46/OdBf2iuXb3ol1uxiydXLKoaU49j7hFU/25rLPRzL4LCgUjqYO/zefDZ7CYDcrqer5xQdymm5TO4517HOdyyPl6vRuQMy3qyScq9yXPfmdDn8uOP7X9E64GHs39PUVrjYssSW5cHKDxhYGealz7TAekLG/ucGi/1H5wq5Z6SOvy202ExH8Zn9q7vap02Z/pabSn+/r1xZFgl2TkWpLSSzzg0ku9kTdkukomatVcl23de2W/hgafHH339hOo5PdTAnEY1KkKeTuCyiIDN8a4IMm5g6ZBMSZElNucSYJdkzrmB1ZMNAy3bwl1XlJ/4u7UuufOSuX35orw99rac8ON9zBQmyd/LNo3uJABEgAkSACBCBdz0BEmTv+le8USZY10+m868ecPjMHfOtFzYPrNh/LizLT7JL4GmAOIqAcQc0i0FxXMukABT6/wEoERinPyFt8+Pe2OizRCRMZI+ioO4iiKJPaYbpcSg18ij66uYVQ/W4OEO3xwCYiBTwLFr4g7GGZ7HWelArzYFBwbEsEELEoJSVKBsFoHW/BnC01ml8dix+LRgvGp3DeFYyBjE3gxcdBZ5Q2q7X/dJMlQDABuAGAJZuBgC8N98gikpCGT8Uz7ggag6Ss0qkQcbCzmnXvqDMBs8A1fLZUKlzOefTQ7/c69rWf29/+1M/W/ypnU8WkX+RLbVtY3FojRHE5P3XxbCqmXvUPxXC1IRbd5TMPM8oL0dwBb0sB8uzm8MDK8qPL3JyP77qT7f8at+9P/z1vuLAvEzGOZJMPTbKd5A6JQJEgAgQASJABN4lBEiQvUte5P/xNNYQZN89/NiZzb3RBZPKXQfsOi3KO8WlkNIKbLAgxvgUU6B41YgaLjMoRgBYYI6FEkZ4rO9Wr7FVLzLNlDYCrX4sUG6g0Btxvn7MQAwVT1ZKAf7DDet34b/68fo+31j3NdYHw3VdZtya7qkfxcDAVxIkt4F5/5+984Czqygb/jMzp927e7elJxQRFQEDQpReEjqRUA1FxMYryqcgvfsSUBEQQaofIiIWikiRCKEFkUhTSpASmvT07becOjPf98zcu7tZ0wgpu9nnvC/e3XvPmTPzn7Ob/f+eZ57xz9t4wvM/feW5LxySaDgVtB7DmHzBc5yLA1e/zhP9CzfNvuEqidZoIoNcmZosVspqkTLWG+Oym3T/d+SrfySsViZ/ifHgfmdpBKVcC7wbbAIzP6w8NSfRV93ywszbdt1x99MrcXn3IOcfRUK2Jp4eapMIEAEiQASIABFYXwiQkK0vM7kOx2FSFlVwxeiofa8t6tuNkA3zA4A4A80wIKSsgKFwyHoA7QCwFBTPqulvq9Z5m/7I/0snpLZF3lEzBLO6wbRe6iuW8DeyonXPf317U4usrVoPV3yVMrGr3iIbKEg1GTORQ+5ArBWkjAPzg6eYcC9QnvN8JUyaGIecYqrD19LXkh0ldHqSkLLF0wAORsiUBIHuW91zrFb+vjeiWL2Xif7hict5XcpQTAROJxDXjYDXYAw82wlPvSG8K6+Zedfte+y4x2lh2j1RCUpZXPFTQGcQASJABIgAESACQ5kACdlQnv3VNPbzpx6z0aZQf0Wh9b09N2/sbGxKFoMTxVDwAlAppgNiBYkYGGb/qXpgKGSQgeYY+ckAmN08erlCsLTP+6xJ6z8UFCw8ViRU+Lk5V2kTQcJ8ReAYQtIgMconbJXC2ucoNyhRHzW1clnn1/qNn9u0wCXX1mEaZqoBUuynEKC5+34K+vFE6rlKK+050MyU3kYoGM9B5ZCsi9ExjHwZIcN0UNtm3/3IzJq+no2j7UbRNrKI+5JVxWwFzweqcJqEkBSGw+tqJPyzPX3yLe5fdf0TM26ftN2up1fS8iTw3COpqMdq+kGjZogAESACRIAIEIH1kgAJ2Xo5rWt3UChkG1Scq0YnbbttGrQ2Y9n7OsgAEkxYdECZChKJjYypOgBcWoVawyUonoBmmFa3amU9PspI+8pZz5oyiYVBtBESzU0Co3nFlMZM44Iuu3Eyfi4xBbDPK74v+qT/rTjxr38ioFHGqohZyet7GIGy6+IAUxexXmUmNWBJx7S67stzXFPNEtMrXc5wkRo4xm2leR9Fcok2DWdbZMWsZKt+3ENfVwW631qznvL4/dNLmYJK0ALvO2Ng1oLi02+D+4vrnphx+1477np6mCWTMg4kZB/lIaVziQARIAJEgAgQgSFHgIRsyE356h/wJYf+zwab5ApX6fdf333LllJLs2yHnIqBJzEI7pmcOYVChn/kqxwqgxUyjMQwTGvsZyKr0MVViVjhbTAiVoumGT1i9keilsJY68rSIm0muga9a7RWodsmMmhX0C29sIZmwkbsGAcJzAgZiiImZdbWuGFSJvYFq4HYFEUsnlKNEFbbrUXAauv1NGNGAG3txT5HLWzWs2G07V3vWb3r/bAPkglYJH1ob9wY/rGg+Mw7ml96/RMP3LX7F3Y8vRiHk9y8T0K2Sg8GXUQEiAARIAJEgAgMFQIkZENlptfgOC876rjhdR3pD0dmxS9/prE01i19CI1aQp3QYGpkoHRxu4YMtNdTRnE1eFjPqD6KkNVSDo2QCVvwY2WPFaVArmw7tfO0tmLUW42x9okVtAyDi1CVsmp0CxgWIsH/7Lq3WuER/N4gVtJG/frUSsFy9/bo+yOPjfcTQRMh6x2FXuL8WmTNfp4xDzKnAPNTDxYFo+MX2yt/m1MOz/nds4+8sP9ue5/ZGXZNUpwdTimLH/WpoPOJABEgAkSACBCBoUSAhGwozfYaGOu0adM4PAZ81LDWg/ii98/8ZF1580/UQb1b6YIAiz5gSh4koFDImARe/Wu/R8bMejI8ltzfamW/X/X6jNXbKm3E5r/218LIlNnnzCwgW+JzrTEqVt2Hq3reyvZ3yfPs2rQeOTNyVONgvRWjYHhUiz+aiJqVQl6N7CmTSmkIYvl+0zcb6RMOA5nZtXGWt22rp2KiuR+u4avuNVBDUi2Wgt/a8ij2sGmLvd/H3Id2mYewYTS8uCh5e752b4GJW50/b/p08XZd4xmVJJoUp/nDnnvuka418OhRk0SACBABIkAEiAARWC8IkJCtF9O47gYxdepUcccdd8iLpn5zxIiMnc4XvnnghnVs3MYN9fWiEgJLJdQHLmSqCKAT8F0BSqbg4FosqUCyasQM1W0pYrRC0VlKdOujRLGMb/UJr6E+9v3e1MP4KOG3j7aJ2pLrxqr30VVj6hu3q/2gsp7FXHbOTWpl34hWT6EOq1OstiG0+bYqZNXHxZS8Z7gfXG1LbruOzjZsI2UogoZnn/exCxiVKzEfOvPD4Y1i1vZh7D/Z5gU/ueyh256ZuuPUXLkxPqO9s31XrQuHPvPMDNwbjg4iQASIABEgAkSACBCBpRAgIaPHYrURuHDKUVuO4unxomPxznVpOu4TzcMbA+54XGWQyhL4uJxMxaDSBIRS0nN9raSjFTOFLXTf/cP67RvGeqsA1qoB9u32f1U9NG63Mm6ErfRznFXlsbS8xxX+fPXu72V6bO5d6w+usbOphtW90WyUy7RZizCaqFivhJmvMAvS6ph9rfLtGVdvtEwx21rftMXe9noyKasyhpE4M0kmYqegKNzSWzEseD9kc1TTyN9Nm/HHP+NnU6dOzXW0Fc9QDHaLo+LBtA/Zqj5SdB0RIAJEgAgQASIwFAis8A/GoQCBxrj6CPxo6jGbFLJ4Sl0i93CiZAMnc3KeKwQXEqSqKEfoLIsrypFM6TRTQnPFNMegkJZaa47l5hnW+zD7hhnXMAmFmmnF8VWbLEIjFX3WPzGsDGLWg/WpoM/YUkWur/j9dykNjVehetgEPVONcPkHw03O+hwaK2Ys4+h/bo8LadzAul9FRC5B4KCqJzHrnVhKpCqcjOFastpuYlbGeu9t9hvTymzE3TMKjVdYa8twjzbuY7N9esuYqraB93KFxzRDC2Q6A4k7fJtztdZZienF7T68XMnV3f1aLvsnRkrxs4kTvxHk6rpPb+9s28uBxgOeeOLe4ooY0udEgAgQASJABIgAERiqBEjIhurMr8FxX3XCCb5sizZ3QY8NoK4ui1OnklWYm8PISiXTSSJ98EBIFCiltVSaM6YzpTTKQsqkdiRAhrUs+lgKFp3Hz80KrmoFC61kj8XwnuocAvfSMu87RmiWfWT9qyQKgdLX83PBNBa2X/LQrPeeS2uZCYF16m0xyX6vWi77WlWrytGn0doKO1XtE6u94j2QBS4BE5pxrXA3N9t3gUvT7Of4Xt+jNjYUvVRzJp2cIcCquYq19jXnDBnyjDNZRcgUfqq04EIxxcOKk3UmPHtn2t2/X9T3HhO/8Y3AXdh2RhSFe6sknEwRsjX4w0ZNEwEiQASIABEgAoOeAAnZoJ9CGgARGFgEMGWxq9h1RhLLvcKK9yVaQzaw5od6QwSIABEgAkSACAwsAiRkA2s+qDdEYNATQCFL0/CMrq7y3kElmDyDinoM+jmlARABIkAEiAARIAJrjgAJ2ZpjSy0TgSFJYMqUKflyueN0x/H3FcLbb8YMqrI4JB8EGjQRIAJEgAgQASKwUgRIyFYKE51EBIjAyhJAIXMcOK1UKn/Jcfy9SchWlhydRwSIABEgAkSACAxFAiRkQ3HWacxEYA0SQCFTGT9NaTUFOrI9KWVxDcKmpokAESACRIAIEIFBT4CEbNBPIQ2ACAwsAihkkHmnSSUP1Lxujxkz/kgbQw+sKaLeEAEiQASIABEgAgOIAAnZAJoM6goRWB8IoJDp1D1dgz5QsWgSpSyuD7NKYyACRIAIEAEiQATWFAESsjVFltolAkOUgBEyKU4HzQ+SEE4kIRuiDwINmwgQASJABIgAEVgpAiRkK4WJTiICRGBlCaCQMe2eAUoflOr87pSyuLLk6DwiQASIABEgAkRgKBIgIRuKs05jJgJrkAAKGVfemVrrg1Md7koRsjUIm5omAkSACBABIkAEBj0BErJBP4U0ACIwsAgYIQPvTNBwSCIru5CQDaz5od4QASJABIgAESACA4sACdnAmg/qDREY9ARQyIT2zwLGDomz0s4kZIN+SlfHAPDfGr06GqI2iAARIAJEgAisbwRIyNa3GaXxEIF1TACFzBW5s0HrQ8LE2+mjrCH7yuRzNw5Dvnud07gBMNfjnANwBYr3DoppxrjioLXWGQfzGVcACkDjaQoA8FUyppmUDL9njOHprPY+vq7M93hVT/scQCimTXugze9O87XSmoFgGqTmwEGBgv6vwITGs7lmDD+vfQ9S936vJcPrNFNmwJrjPfqOqDay2iveG9vlwJg5EYBpDZrZvjFteADThpfiynCSnBkOGj8An2FvhcJxKmDAGI7XfA8KGGdMg9b2OssPv8fzcB5s/+wh8X7mPjgf3JxnJ4UxIbArCqRKUgVJu0rjJ7fePXpp2rRpOBg6iAARIAJEgAgMaQIkZEN6+mnwRGD1E6gJmdZwaJQUd1yZCNkhe549rJBv+bKKcpNdXdhcy6BRK8fVWmnFgBn14Rq/QJEyf/Bb6bAasnxxMQJjhKj/eagWAMpIzdI+X8r7GkACgKhaCH6NYrNy0R9t+rrso9YOyhKehVq0jMiSGTMDBxs0beoeGrVAlALUKTBKagXSfl11IO2AZgGAFtU+9XMjvBYvs13pva63+0ygmqJ39YxK2D7r2kUoi9hVfCPTAFnGOISuA+9yL5xZ5PP+cMf0H76z+p9CapEIEAEiQASIwOAhQEI2eOaKekoEBgUBFDLfzZ0tlT40ir0dVxQhO/jgaU2NrOFkXw07Ou12N0pL3HVYHjo7KuDnAowYgWKZEQPUKuMYVb8QNhhkY2MoGx/xFW1vVa6zsbgBchjJ6nOsdN94NaZYG0t/IcOImahK3FKFrNfVepStJm9VYTbROwaMa1AK51CCEAy8QGQiny2KxLy/KLd0xS1//eGbA4QmdYMIEAEiQASIwFonQEK21pHTDYnA+k2gJmRK6cPCuLTDiiJkRx105TfzvOXs7nnRpwPdBFlJgAM+uE4O4iy2QsYlMC6NkGFAi2sOzCQILv9XmInOLOfA6M66PFbUv+X2jSnQGiN0fY8+otgjZn0ZrEgkl5dBiKyWXAomMLJYDYZZlijPVUE2ET4MSpoEx2qyowRgGXCHgfQSCEbBgu70w19zkV5+y31nd6zLuaB7EwEiQASIABFYVwRIyNYVebovEVhPCaCQeU7+HK3VobnY2+GPM/7YvayhHvGln3zOgY0u9NL8lOKCyMlBAQJeD6WuCPL5PCiWAHD8Ix7FAyM2+Pc/rnkya8gAU+aG7oFr0fqkIBoQSxOyvhLWn9dHEdK+KZ+WOs5Fz1HtSzV42UfMeiNwKNcapImWRTwGaGbA8vFTxfCD8+/9+/kPD925pJETASJABIjAUCYwlP+aGcrzTmMnAmuMQI+QKXVYmJS2X16E7IjJVx6UFxv/NOpINpedChrdFsgqGurz9RCGFQCWgOaymrKIRSkcI2NMCyMDmkkTQfsIa8BWdq3YSpz38RGuKEK3/AhaTciW0o//SltcWmTsY9TTYMrKWD8hsxE7264pScI8kLi6TeF6NhspMxFPnUECGcgCh8StzK1vTi753fTjrqFKjB//maIWiAARIAJEYPARICEbfHNGPSYCA5rAkkLmbb+8NWRfO+S60yFqOTtuT5rdxAWoONDgFSBLUhP94VjeT2AanJUurgRw5YGQLphYi5OB4tlHXjv2UdeaLfX8AT0Ly0pNXIqE9V2DttLrz3DwHGt1VNlXRcys98PP+hYOwdTFak0RFDKO9Rc1YIXMIk8haGJF5bTdlIT/ufiuWRfNH9BYqXNEgAgQASJABNYAARKyNQCVmiQCQ5lAbQ2Z1nBYJSoucw3ZtGnT+JxnGi9sDDY5pe3ttlyT0wSOdCGtJBB4vklr05D1FJhnWNNPCQDlGiHDv/EzkYJEIVvGsaI1Wv0jVH1/IZoVU33XoNWKhlRXUtVuqXElm4nWYQqf6lMQv3+nUJKWVkCjVuFxeU/N0iNcthAiB6aqhfjNeq6lRb76X187p/+5K1pj1ttHGyGz9fZV3/uatER7KAzimciYsFsE2Er45siEgshREDQJxYPK7R3hGxfc+7cfvj6Uf3Zo7ESACBABIjA0CZCQDc15p1ETgTVGwAiZqDtbKnlolJaWWfYeheyN54dNy6txpyXz0xyPPHAlB8dxINWxKQaB6YnmqFZPxOiLqbSoXPO2xPVlq3qgOFSjQ7W1ULVy+kYmcN8uziFJItOXXM6HsByB53lm7ZqUmIyHKZMuCBWYyBAHCZKlttw8FrhAI+k5HCOT5sA1cZj2By5wJkCifGoJwnXMtZkpd8/NPRzhmaVi2FatiIkp/S9QhjLcygy4ckHhLmEMI4sosVZSUYSQnY1QoUBhuX60JNu/nor2q8pwqYK59MZqFfRra8wkV5D4EnLNAURJ521xsGjaHQ+cREK2ynNBFxIBIkAEiMBgJUBCNlhnjvpNBAYoAbMPGcudpbU+NMpKOy1rDRkK2ev/Gn5+Hsacms2DOidygGsBjiMggtBEVoTC9zAChREgbdITUSWsqPFqKuMqgugRMhQTx+xtVhOz2rbPqU7B9Tyz5imKImgsNEAUJaAzacQRKz+CRtHyq9KD0SGbRskYVoas9g1FCM8zQlQVMvRMvCem8Zm4kd1rDSXMyJfrmDYFdwGkXYfl8Or1Zk0WbtyMITIULb/KIzGyp3libmNEzKQh4r2rUmaETALr2Up7Ffl9zMsykUEFQgiacmQHIgAAIABJREFUAy0C57Zi8vYFd/yNhOxjYqXLiQARIAJEYBASICEbhJNGXSYCA5kACplg/llasUOYk+56zz33dC6jv+zIA64+P6/GnJLNg4IbuwNEyKrpfzb+BQqsfKVKgsMcSOMEXMcDx8XIVmzFRzpGenr2NWOxkTWMetkoldeT3mdZ2HVUWEYehUxitIppc8cki418eW5gPuPcAayVYd4TNoJWi85xI3wcFAoZCp+J+GWmEErvRtc2pdEeGEWzped7Pv9I68ZW35OHQgZ5BqnItFsnbi2l711IQrb6+FJLRIAIEAEiMHgIkJANnrminhKBQUEAhcyB4Byl4aBElnZeXoTs1X8O+2E9jDlVzmc9QiYEX3sRMiTKlI24Vfc26y3brgBdqhJXIE1TEEJAkiSQDwIjXvheXR43rsYmUIY84NoDXHamWWQrRJqqgw4wHdgiGIAiVJMx3EdMg8A9uaql4BljWmkZKw2pEKIuyxQ3KYsm7VCDy4UVOJVa2cMNl80aNmwfpRDvbSNgvXuUoZDZ62y6orT9wAIcJnK28uvGVucDiEJWlBVoGt0oUxXfVoEPfkRCtjoJU1tEgAgQASIwWAiQkA2WmaJ+EoFBQqBPhOxgxeCgcrmsHn30/vf7lzSfOnWqYKVdzqln405TC3gDRsiY4rDWhKxamh2xCrPUq0/BDVMtMDNr1NyAK63VnCiupEHgQVd3UTrAnEJD40ZRKW1GqcGtrIEF4EDOzJKCEDTEYCJYmA5ZFbKeNV4YscJ7qARcD9eKpUayhHDeF45zEeZiKoBvl4rhF30/B5yhbNmNsFHMMIUS2zZRNbPnMkbgMJ0R0zixB3Z9G1NmZ2bgGiNruOYMB4pRu8Rct66FLHUVeI2OUjy7Nc7e+fGtj5322iB5zKmbRIAIEAEiQARWGwESstWGkhoiAkQACUydOjUnU3am1uywLEt/1d7eevDo0aMe7ehq++2jjz46t0YJhUwWdz67iY07RS0UzTUh45xBzKI1v4bMCBlGl2yhkN5D2bVqPIUwKUGu3pvjeewrKc8qSRhJP5+v+FLm4ywbH8fiAC2dgwD4cAYB4H8YPdM6BKVjE1VjjIPQVtQwamaiVAojWwq0SkB4WCDERrw8133R82HPVOYyKdVvu7uLBwd+PYqaETGzZMykOmpTcMRGuTB6ZgufKF0rGoKRuAw4rsPDEiQ6AA62oAcWHhkYQqYgxHnOa1XX5N8W6fkX/uGB/0NFPejXCBEgAkSACAw5AiRkQ27KacBEYM0SQCFTmXMWAByslLzl3XffvrBc7nLHjRv3IHe8a2fOfOi+arSMHbzXZec2ig1P0gvFMC/BlD8BNSFD4eBSrLmiHgZDb+l2lBwrTZmNjokUMhWhmD256Ytzd50G09S3d/nVZ8Ko+FnF+Pu3/Ovk2d/a+cZCGmbHq8w9Q2tnmNCBESatUlA6sdKkMbLl9qQMakhNeXzcWw0jWLV9u4Rg4Dhulsn0Li11Sbje5EolGu26vpE6u7kydhCrMyrgAtsURsZQy5REW8PiHrZoCBYV4XgPhgVL6sEB31ZVZFio3xb9MJUZ11nKogIVaMgPC1Sp0npbW/j+Bff/85w3sNjLtGnTPsau1Wv2+abWiQARIAJEgAisbgIkZKubKLVHBIY4ARQyJp0fas0m5Rzny/PbFt7w9jtv7o8pc41Nwxd4IvcH32m4/rGn7n3rwImXnNrgbHgmLHJG+KlvhAxTFjFCttaEDLWsT4TMbDSN5eS5hCgtgXblU1lLss/onEw/fCc60/Wc0zzX/Y/S2S9vef6kG6ZOuKSBZw1XKy2OwWgUAHtNZ9l00PAGE1przkY7mh3KQGxr1oKBfEuz+C6l1HsOw0CbbAQBm+by/pcZgCiVi9fKTKt8ff6oJIo3Y45YILPsT0rJV5kLMde6wLkOhOahk2vcS2WwmVTxvRp0nVLBGM5gtmZJkTHpM6UmcvD246oBhK4zGzljTUdb8h5L9lerNq6DZ9bsQ8ZjgJxK3Tr1+9D78Nw77j9jwTroCt2SCBABIkAEiMA6JUBCtk7x082JwPpHYOrUqV5YTs9QEk51XXaK43k7vPH6nG8ppRyM6mjlaKXcx0e0bHZ7vfeZjZudjY/hrd7YIAsAJFYVZKaoB6b7rfEIWXUfMrv/mF1DhpErXH8lmYIwrYDjs3/k3dK+HV6zdsPoJ4vbFp/sOQ7k69kLQUN23O+fOOXZo7a75utJrH/revBhmmYntDV1/bVpQeMGQsmgbWzprVHt+a0Yc3+TD4ZtVSmXvy5fHnYLbPNWi4waNtxqTuvst7feZIxi6ok0i9sq7WzXoLkcMO79Wmt1SJYlZ9d7+upyGg/PIPmM73mv3vHieXO/scMVn5Cy7mrG3YYw7TjWc51FgjcWQmhrv+OpU0Icy1e/cMlmjBd+L5KmLzJVBwJ8SKMYcn4AURyC665bIUtEBn6zk0jWdX9X8sGdMbz//IxZ18/pv95w/fspoRERASJABIgAEeglQEJGTwMRIAKrncB++x2wi0z0zaVSd7Pj8jBJ4lFxHAsNApTkkCYOJJX84i0+tddLTe7Gm/BWdxOMkGFRj5qQYYRsje5DhqNeQsjwDVsUA9dz4cbF5bgM2mWzoNHZt7S4XjXVd1/Y0dFxou+4npNLOsGdf/qdL/zoN4dPuOJgP6i7uVief5P76ZdPLb+05aaCB5cmUfhp3+dn3Dvn/Pu+ssNl57lQOCKOk31ve+GEeYd9/keTddJwmlbBu55gmH34DamSp0C1TvSSliCph98DqN3DNNo9p6M5IYNLC4XcDzo6F373gdcuv/6grf53ii+G3ZvP1b9YLrUfcse/T3/nqzvfsGtYLB3r18H7lbDr8ntmT+s8dOsfX6LKzWcMa9gQsphB4OUhC2MjY7ghtS1/v/YPjJBVdATN4xrSjtL7b7314fM64QujwnD5Jy2SG5566sH2td8ruiMRIAJEgAgQgbVPgIRs7TOnOxKB9Z7AcROOcxeOatu2WCxt4+f8PdvaF08BAL9ciSEKM4gjvmjcqC0fGtW8VdjobLQfW+xuOPCELIMoizB58fGorrJ/1rWhbKrrnNZd7P5B4Hme5MVi3bDyGX+cdc4Nh0z4+VTQ4gKl2y7+yws/+t0RO1yxeVdn8SCHqxEa5D33vfqjWYd/cdpuKmm8kTvO6X967oR7pkw4dbiIhu+uwNvTYfxA4bBxWutZLPUmp17ieIz/jnO+W5TEe37+pdILT35Gn5Gm0cFeTlz+4KsX/emwbX9yuM5ytwtHvBDUJ4f9/vHT3zlwy0uvcT3ve3HaERWave1vnXXuv4/64k9PZfHIy4RqBIflgGkBaSUB33eB8eqG1OvgiUQhg5wDKogjHpT+0dr99qy2yjubtHa/+6mGJnHRsy88OmMddItuSQSIABEgAkRgrRMgIVvryOmGRGDoENh///0blHQve/ONOcfiairPq69w7j5Vlx/+f0fVfWIm9zY5ttnZ+HRYJEb2FbK1VWWxNhN2DVm/lEWeQaoTSGTyuO/yyVFdoFSx49xSqXRGzvPdRBVf4kHbiX99+bLHpm575XFukDtV6bazbnvq7LsP+exFw5jLGtOkrLkbZNrtlh7Lb+vykbdkUnZlsu1nvu/cfdu/zvvAnJsTOzvc+YPW6vWIlXcXstHzubixu7v70CCouzJh0QXci+M4hfqkBdpzrWLjnOdcEHbpo4XD/t4wTH79lifPe+/LW//i1mKlcmRLS5CGlY4d73npR88dPuEnZ6pyy8WFYAw4OoC4EkGhrgGyLAFl9klbdxGy7rQCTWPr4nI299buysKzQzZ/1PzW//ykroHd89zsh389dH5SaKREgAgQASIwlAmQkA3l2aexE4E1TGDXHffaN06iW+bN+7Al8HP/aR428kafO7f/418z38ZbH7znz85udDY6WS8UI/pXWcQiIGs8ZdGMH/fp6gWBa8iw0mLGEkhVBLEOZwHIyYFT0aUEppUrldPyQa49leFFeV9fDY0NwldNv0hTeWwGbd+48/mz/nDI1hfv0t1RPisX+JtlKswcV5UdJyi0NHxqTBRFbpgsCOKk9K7rBf/3Ly+df8k3Jk4L0krD3SqTW2ZReQtX+G4m8jd2dpYOKTQ03KDT7PxMyM+Bkl9QTA5XTO3TVGj6XFdrBHlfPFiWrd+5f86P3z9m+5tuLZbCIwoFkRTLHTvd89LZz31lws/OdNIxP00qHst7OQg8H5KwAr7vQyIxZXHdHBgh04EA6UepctpvU3zx6Qu6PmxqLX3wUzdIZzw/+8Eb1k3P6K5EgAgQASJABNYuARKytcub7kYEhgyBiRMnOloGJy9auOiH9fW5hxoKhZ9LFr3w2GOPRQgB9yFTXTudVeDjTlULePO6ETIbFcPqg/bAMvQ1IcsgkWWQLJ2Vz/iX3h7zQTi8tXGXSlTaphDUvZIrdT/+23enRV/94jWHR2XnqjiVo1y/cr1ynLPcVh2H+WwqU9k2imeVIHBfFiL3vcAdNjKJ0nMU694wVdHnZKpeufe1cy6fusU0z68f9nCW6rFl3r41Rsg86dwUx/HB+UL9ibc+951rDvn8lXuBircLco7qLBXrAh7snFbERN93/+b72TdveeG0947Y8oY/VmL9lUI9z1LZucMdL5323BFbX34WC4ddVMiNYmkYQT5wIIlw42oJjpszO5Oti8OuIUugfqQvpVh829zFr58R5Fnz63Nf+HFDo5j+7IszfrMu+kX3JAJEgAgQASKwtgmQkK1t4nQ/IjCECOy56/5baAYbpBpemDVrxuJ+Q2eH7nfVuQ169KlqIW9CIcOiHrWy92snQtZfyLDKoi0LLzkKWQTMU/9oLbXtNeOtE+O+/f/K+Os+mcjKkcLJHyd0w8bFcglaWoKuUqX0Kw7uNXe8+p33J06c5kx8DNS7n9jYqzRU7gdV91nHcSffMvvo2Shhi0eCKhTHeAXpfdsR8PMsy56f1zx3pxFvNbisybshjuKjM52cd99/zv4J3hvbGzHiFd38djNfJMeOC9KW32EF+3wQHvGbF86cd8TmN/8uk94xjY1upZy0b3P7i8e9ceSW157syhGXu6weXKbBdRRIaYowggIXFDjr5IlEIQshhYbROaWc1tvmtr1zZgLzG1q7Fv1Y6eL0l15/5KZ10jG6KREgAkSACBCBtUyAhGwtA6fbEYEhRgB/x9QSAvt+bTB8eb9rzmuAMaekC6WNkEnch0xApjMAzgD37apFr1CUNLMpdvZ9rIj48dY/adyXi7E+KYu2i6b0PVO4fgwcn3ckMn4gTZIoCFwVRRE4XOQlyC1919kyyaSoC5ohSTPQKoZUxYnDxSuZTP+tZVZhgjmci88Ix9/FdxtEkiT/zlT4ImgdaulyxmETIZzdhMNcmaWtmYzul1oC53K3RFZmC4cdm7HyKKWSryqWjHU8viBOi3fe//I1zx4z/roLCkHzCW3FDx9l0ukqNGyyTxjqDbSKtB/w+8vh4kWFuuatom5nQt5vAFApCG6FTDgeKO2s/ggZzskyNpvG1FDFleGdcoDYUeA3c1lOP7iN5TrP7uhoa3hr/pwfjRqTv/fJf9312yH2s0LDJQJEgAgQgSFKgIRsiE48DZsIDAAC7PA9rz0vL0aeFLcmLb4MwJM5kJGEwM9DmqaA+xabMvRM2cgVs3/MWyFbHSPoL3QYMbPv4X3xfkopyFQKUkrQ2t4UJY4xDZ7jGnHk4OKbwDCypjNQmYRMSfPKBAfHccxG14AChO3JxLxy5pk2Xdc1ZehRAKO4DCBSyOUdKMft/3PHnFNunPyZc/4nU+ENURRCy/DmbmD6W/e8cPGdx2z56/+FxLtA6cSIrCvqgQkHZJqZoh1cVIWT+eCAY/qNY2JaYWANmNnIetVTFg0jS8u+GEHGObJt1nj1MNN2LkFLyDiHMgdwCpA6+a7bOuK557a2zm8opgsv5G5p+uxXHyAhWx2POLVBBIgAESACA54ACdmAnyLqIBFYbwmwI/f+5XkBjPpB1B4O86QPQZYHnWjIOYEpOKG5jVZJY2H2j378UpiNnK0IoBSYyMuqvmLERnEbuen3KrQAySQwycwrfq6FXuIVr8PzatfjeZDhHtf2fMwIxM/xFb/PIDPtZVqBwzhIYOaVOcLIXJzh+q4MHF9BZ3nhlXe/ecpJU7e8vIW78Z6JTocxBi+1N6lnRnTVfyYXj7iOS393Q4NzcIUAjWKobPv4qjlqV/UV+2mcDLl+TG4MBbP6T0g1zbM2R7UnFsdZk7Gepxijj1qaCFnqeuA3s6ScvX9rGLb9MIJiw1vzXrqwcYSY/vzs6SRk6+2PPg2MCBABIkAE+hIgIaPngQgQgXVCYNq0afy1f4z7YQ5GnBh1Ri1O6kBOBgApQCCwAmBigje4QbOJqlSFDKNjNSEzn2FgppoXuUqvJmLEzT2W94rW1/fz2vcKpLHB2vU1O8T3BXOW2y4HBhKHZqxFmAgWpmtqSEFBBl6OF7vK7dcxIe4BGYbcz2mtpZdKtqXHvOPdzN3eAQ8ERt9QxDT2A7HZV6xqj6+m3/04Ka2BM/Yx+KGQYYTN5JAupXw+N0Joj97Ioz0XIGUSKiyFwugg7YreviXKus7tihY2zl/8zoX5xmT6v1956OZ18mDSTYkAESACRIAIrGUCJGRrGTjdjggQAUsAqyyKjn3O89WwHyTdSbNIOOR0ADwDcLgLUqYmhGPTFVHKeteOceUYkeiRtTUEtX/KHd5mee+ZlMClHHjNkumOtchStew8Ch1qFF4vuIkgYZpkqrCOiIJUpaXGxqaoHIYqrMRePl/fmMYpq3N9cFg1FbHaN61smiL+Z+/ZN32wJkb21fZ3Vdfh9QoZ9t4KaU0A8bUWQcN79UY0LR4FGcugW1egcUyQZWLRLR3d753TGnc0FDsXXJiyjulv/Odvv1tD00rNEgEiQASIABEYUARIyAbUdFBniMDQIWAiZE+MPMvNhv1AluRISDQE2gdH2hQ/IxNGyKqVDzUW37DrsLiykRnMCFxVnVgZ0jXB6ithfa/7rzVSVSFb1vlL3JNJ0BCbdV5YuCTDSBlGyTDahWNTCpjDIIor5r00xTL1Pgjhmq9x/RpXGLWzrfbIIEbJ+qx1Qxnq7U9NxJCfXe+1ykftxmbNWG+xDpMKiamffVMa+61TM8LppJDlJIhGGYUw7+ZitPCHpaQ0YvHi9y7I1afTX/j3DBKyVZ4cupAIEAEiQAQGEwESssE0W9RXIrCeEThiz2uOdOSw81UIn4VYg69cEEqAMHJifz0tWUmRA0bHMAUPE/2MrK1BJksTstp7+IrSVDtqUSn8vn9EbGld1Ka+IRbewAs4YFMY3bJru7hZP2ellJmCHVhUJEoyyOXyEEUJ5P3AFO9AuakJWW8f+koYfrpk4Y7eceG1q0awGnfrV9CjOlIzP3aOqiv/ehCY/jINmUggDEKIRHt7rjG59LYHT73kC1sd+7nFiz84P1/I7p3zxqO/X4NTS00TASJABIgAERgwBEjIBsxUUEeIwNAjcNika7b31MiLIBOTdKiYm7ngaBdYpo2EYHGLJSr4aVwdZSMwH6c64MqSXlqkq6+QLS19sSZktdflpTHa0RidMv+LZfhxbZfRGM4gyzLwPEzflBBnKTQ3tUBHRwfkcnWA5fd9979Fa0mJXNGv+I9XqrInSGaGsKTYYQpmNVDXkz5pzsDtCyCF1Imh4pegMNZ9pbPy7gV3P3z+HTuO/8b41rD1f303vvflOQ+TkK3sg0rnEQEiQASIwKAmsKJ/rQf14KjzRIAIDGwCUyZeNjwnhp/iSPeYrAIbiNQDR3tY8QFcs09WNfqjq0U9qkJWGxXH99fgsWTqn71RfwnrL229a7dslG9Z6YsmPREjY9JKEQpoLeqG12DGH5bLr1RK4Hi+KYuPgoZyls/XQxiWsbBijwiZqJwtoVgtZ79sMLU+mVL8H+MQym4q3RPF7CtlOLaeLejMWXYLA6zagqrthOCN5mFHMu8e6RUvuPeBH7++7eeO2qocFf/XddO/vDznQRKyjzE3dCkRIAJEgAgMHgIkZINnrqinRGC9JDB18k8+z7L8yQFv2CcruqPTiIOOBeT8ekhijJDV9hxD+eI9a6bMnmQcRc1K29KOFa3lWtHny4purZ6JYCb9sm/BC9OfPlKD+5OlKRb24Fa+qgdmc6KY4TZiS46hb9GO/p999F4vf/wMakJmqmBaNVtiH3Asua+1spt9ZwkwLo1our4DLMjirK40qyOaf/n0Ry+cgVdPmHD0+GJ3+wWCRffMeYOKenz0GaMriAARIAJEYDASICEbjLNGfSYC6xmBIw+6cPuwU30t74zYKam4G+VEYyGLueMIn3FcTIUhFXtUK9tzs3pMQ6KXXGO2QjC1yvimraUIxxKfr6i1jytstQ2U7chwf64ly8cnCaYseuAIDxjXEIYhOI6txmgiYj2S9hF/ldsLdR+Z68vXfLYUQEvcxPbdCrLZjoxVK0b2WZOGe6EJYSUxzWJwHAa5vB+2dS5ubRzmPxOztps/fX/l/mkwzRjdjhOOHt/W1Xqh48R/efW1x2gfshU9gPQ5ESACRIAIrBcEPuK/4uvFmGkQRIAIDEAChx56zpisI9jfY82fcyE3IotFQSsXmMINwMzCI9xsq1ZTEDRXdver5fwWw+rvyx4qY0Is/1egUsteY8UY032LevTep7f2/TKq4FdPNULZ57Lem2lzYwGOCEBJZfYqQ0fCwh+eZytMJkkEwvOXGADDRWjoqkirZlW4KA0P3HSs39G7T9gqPhAoZT3RsaqQYdQS+2Huaa1XygxcnwnQMtQg23I59/Us63rg1gdPeaV6ZyPC48dPHg9K/1iI5K7Z/55J+5Ct4rTQZUSACBABIjC4CJCQDa75ot4SgfWewJSJ04YDwHCm/JyjBVMClFCCaS2X/H3lAiTgrhQPR3OWMSs8+HXPRSu6HJc7LeeofcyY0rpvuyvVq+rVbmo2w8b/YUzgxs8MXwEwXdE25Lr5nhZrn6dpBTClsfd89CDLyF5vD8mVxmFKacNitc/6XldjUmO0Ut1f6kkpcG7vrZRknutCOU3BdcG8r2UcJmGp68FZF82vXY7bH0ybZiNkEyZMHt/dXf6xJ/Rdr7z2OAnZqk8EXUkEiAARIAKDiAAJ2SCaLOoqESACRGB9JrD99gdu1d1dvFDr5O7XXnuChGx9nmwaGxEgAkSACPQQICGjh4EIEAEiQAQGBIHPfnbH8Vx4P/Zc567ZsyllcUBMCnWCCBABIkAE1jgBErI1jphuQASIABEgAitDYPz4HcenqfNjDundr772NBX1WBlodA4RIAJEgAgMegIkZIN+CmkARIAIEIH1g8CECbuNT2N1keOwO5+fPYuEbP2YVhoFESACRIAIrIAACRk9IkSACBABIjAgCKCQZWl2EWRw14uvPnnTgOgUdYIIEAEiQASIwBomQEK2hgFT80SACBABIrByBFDIdKJ+KkHd+eJLJGQrR43OIgJEgAgQgcFOgIRssM8g9Z8IEAEisJ4Q2HHCbuOTVF+stfzz8yRk68ms0jCIABEgAkRgRQRIyFZEiD4nAkSACBCBtUJg+2333EqCvETK7I4XXvzHb9bKTekmRIAIEAEiQATWMQESsnU8AXR7IkAEiAARsAS2227S1lrzS7IsveOFFx6/kbgQASJABIgAERgKBEjIhsIs0xiJABEgAoOAAAqZYuJSKbM/vfDsYyRkg2DOqItEgAgQASLw8QmQkH18htQCESACRIAIrAYC222379ZMsMtiGd0++5+P/Xo1NElNEAEiQASIABEY8ARIyAb8FFEHiQARIAJDg8AXd9r78wzYz7M0u+35fz16w9AYNY2SCBABIkAEhjoBErKh/gTQ+IkAESACA4TATjtN/jzzxRVxFN/67FMP/WqAdIu6QQSIABEgAkRgjRIgIVujeKlxIkAEiAARWFkCO+62/zbCda+MovCPzz7x8PUrex2dRwSIABEgAkRgMBMgIRvMs0d9JwJEgAisRwR2223/bcAX1yRJ8oen//7QLz/q0I457Xd1XTzlaeiz+rzHKizPsY28rqhSpV7X50sMX2FY35bbIQ095uYSvbz7uZXCEp+n+SLr+x5+j9cv67zufKwbKr45Z1nnLu/+/e9n2gmLzM3ZfvX9vPY+vpqxtgH0fcXx5rWv0ry7Un8DuJW0eg97Pn6/5Hh628HP+rbb//s0LJk26nMuc8N6225s30uDavuBvR8eIaQ8i0PmlUQ64+qjiwBsufP0UZ8ZOp8IEAEiMBAIrNQv44HQUeoDESACRIAIrN8E9tj3gG0149fGcfL7J//2wHUrO9r9T75qd+W1TF7QkXwqZUFzUBjBk4gx3/OE1oxx0Brw/wQDBdz8B0yBhgRfGf6Jr4Fp/AcR/9rH8xUD4BoAXxlei2qnzIc9rwqb6Hdo0BqvM/+Pt2WA7WuoNb7Eq/HFJQ7sL77BmNb4Nb4ui0Pt877X4Lm1983VZlya9et6/6GYfq6IN9dIDTtnaDLObP/ZCq7VGhjDa0zf7NdaC8bBA6Y5CJAAkAHTmklQoLjUigPEWcZdrjXnWqq4WG4M+Fs5rh4SpfkPz7j6xHhF/aXPiQARIAKDhcAKfwEPloFQP4kAESACRGBwE5i0z8ETuAO/TNPw5scffvDaFY1m/xOu8hfHhRNTkZ/q1g0bVzd8XBMEDUGcMS4cB7TKjH4xraoCZgXLmBe6lTJ6YWIu+F7/V47msZT3e8+zlrFU16rax3I/X9EAV/LzZd2fVy1oVfu3rOuW9n7NyvqO13rwsvg4oJhnDJeBBA5Z1XSVmaMMNOTr66C9YzEMb2qE7rb5iZNWOrsWzV1U8PSdzTq86sEr/qd9JRHRaUSACBCBAU2AhGxATw91jggQASIwdAhM+tLBEwSHX6kkvunRB2dcs7yRT52v89zJAAAgAElEQVT6J/Fuc/n0xB/59aBx+AYNozasL0oB4OdBcQGZkiC4AqElsOof+5qhnqF8cROmYZlacVhoOZ3gzFnu5OhlB7fMdTUxXNUZHojJe8i1dixv/BgIlIBChsKG+pUBR3FGLcOYJgCUoggKDfWQVSqQEwpykEDYvhC6F899b1SQ3eKVF1484+oTu1eVH11HBIgAERgoBEjIBspMUD+IABEgAkOcwD5fOngCcLheZenNj8y47+rl4dj3/1y6X3fwyZ/5wz61WdA0zK0Ah1AEUM4kcM8HgemJMgFR/UPfioJNV9QgeptejtWsSKiYyV9c9rGi61E8Ps6BqZHr8ugrX/37Uc1LXG73MBKG+Z84IxjFZBoTFu38IBvPr4NKOYSCH4CKS+AlEbTUuRC1L4Luua/9ZxQsuGD6Vd///bpkQPcmAkSACKwOAiRkq4MitUEEiAARIAIfm8DeBx74Bc75r7JI/nbmA9OvWo7qsB2Pu/KqpLDpl0d8apvRxVRCLASooA5ipYC7HmRZAgIXLOGf+PjHPmPmj3zQfYTMrIiyVmMXkNl/EvE8lB1uV0xVk+56e2MXlHGQ2n5lF5XVDhuFw8OkS+J3eE9m1aP2fu3s2nu1K/q20rfVpbEQKJmamxS/3nb73r16P5M3WE3drA7TrqWzFwojQ713q0USbZtVAlX5q0X1DLnqN6Yls1oNo122HSRj2+krnX2/s3OCVGzip+2NWbxn3nEgkwBBEEBUCcFjGupwuGEJ8lxDcd5rXUHxP7duoDvOueWXZ3csjQ+9RwSIABEYLARIyAbLTFE/iQARIALrOYGJBx72BSH4r0WW/eah6XcvU8h2PPbylig3+vZhn5wwKfQKInEEpIJDxq0EcM0BlDaigYf5G5/bP/sxaoWFJIw4MCwmYctdKFOAoyYpgVECT4fmPK190w4m2aHiSeaB7FmfhfGcpCohDigQVvGYBkcnWKiiVzCYsO+rzLRr1rNxYforsfQGuFVBytBMTLWM3jVvKE1WrGxkjJvvJROQmdRJBQ7EJkXTChGWyvCNELka71dL3cRxMsgY8rL3c6UER2PKoGVlOFZFCu9hhM00asVScgXSlEpxzftCpyYSifeuyZ1kDsTcN/2rVUKpRcLsuj77MBtRrQklCp2RuqoEYqQMaeLcaQlcpibJ0c0keFGnjubNmdmkFp/04BXHvbKe/2jQ8IgAEVjPCZCQrecTTMMjAkSACAwWAnsfduQXpMpuZLG8ceb9yxaynb597edbxYhfjv3MdjuEQR4yISARKBJY0pCBUBwYCln1T3vUKPyjv1Y5sRbJ0SgaXBshQi3Dyn5GqHTORIw8KPURMpS41AoJoGjU/vmUICC1BUHANSKDn5kYj05MAh5ehIKSVYXMVfZ9xVEEUTbwfAGKY9VBBUKhyKVmLVzfyJrVMJSZanVDI1AcUuYCsAxcHQOH1NaJNIqUM18LI1vVwhlMg8QxMAYpR71h4MsUHFxrZwQPOVqpxPvg/Rx0QzMMHJsCyfE8ew8rbFbokINQNiqojJDlIGUonDXBQjq9RVb6Rg5rxVNM7FFb6dScgVQKlLANIBtXM3AyDW7YDdH8195skYu/M/Pyr/9tsDzj1E8iQASIwNIIkJDRc0EEiAARIAIDgsDkI4/8gpTsxqwc/mbm/fdcuaxO7fG9X+/WnR93Rf2YzbcN/XrIHGaEzIhQVciwwh8KGUbEUDJsJMb+oY//4WcYM0IpQAnAqBEWhzc6YSJiCgSrVIXMRpIYS22UzaxBq0qREYxaVfzqOjUsGmKiSihB1QgctlSNZNWEg3MHUonV8RlwB6NnDLTCVMsIHBQfrC6PEgRO9Z6OjSBVRQn7aEXT1uLngEJmUyQxXqYAx8GAm/5hPzJjVjX5lOCa9oxMVQuQIKesGplDUUVWruytlIgyhqx7hc2Kkt1QwK4Fw3thv7B97Fv/ZXq1tEYrjhhxq7ZnZKz3PzM2rXuFTGkjZC6+ht1QmTfn7ZFq4Xcf+vk3Hx4QDzB1gggQASKwigRIyFYRHF1GBIgAESACq5cARsiiqPKbBr/uN/fddesvltX6fqfevMu8rOXKpk+M3zb26iFxGWQmarOkkGGUDA8UMvxLH//ARxGr/dEvtQDgGOWxhdxVNbqktK2eyHhUDQ1Vhcx8XtvRi/WIhtUKm39n0+9qm5XVqm7Yf2p70gDNujYTuwIpbUoex2gZ7o0mE+AsBRcjfhoT9mx0DbBPGvuKEa8aGWUl0liaXStndgqrChmOFtdiWSGqfmbrTFoBraY92jRDm2aJrFQ1+le7lyMxOmgjjJiuaISMKcD37do0TGWsRe561+XVNK5GozcZscbIitjyhAwjZNXpMFFPD1Mwq0IWffjyWy1y4fcevuLYh1bvk0itEQEiQATWLgESsrXLm+5GBIgAESACyyCw56GHflFw90ZHspvuv/u2K5YFaq8Tb9yl3R17Vf0GW2xjhMxhkJkImS1nL2zFCfMHPKa9mW2Ra5KBGlIVtcyIhC08YVeP4V5YeK0tx66EXY/FVa+Q2aiXPZZdNL/3DHS93vVY9n3sDwqZI22aIDABuJu00hIkShXnIFwHMoUCaOXFRsZsOmYtBdAInPmmVpAD5ax6b5PWaIWsp74+7lBtCpX07r9WdVU7HtPXvqdb+TMpoNW92lKuIDVFKhU4VZFbWgEPQxVTJU3UzI65Vuakt1SIbaeWTorv94+QWSGrRiMVFsq3QuZjhOyDl94cli343kNXfpsiZPRbhQgQgUFNgIRsUE8fdZ4IEAEisP4QwJRFl/k3haVuLOqxTCHb+bjrd4kaPnFN3bjPbr08IcNomC2KgZEkTA20KXXCpAlqIz8ocVBNJRQsA8FwTZlvUgRtap4DTImqhNnCGE51Q2lpil/0VhasyVBtjZeVL6s/Zu+zPmXqcSNkN01B4Lo1humFGiDLrJwIF5jAohlWCGtVH+16LVtkAw8bzTJ3qYqefRbsfWylwtp6MvuOrKZl2phVTyGP6nk1WbSpm7Y4ipHAarENZIjRLIxGmuvNejErnHZNma1kid/jujUXi31ovGfvM2qvqFV/7JWxWmRx6SmLNvIJMltCyMrv//ut5nTB8TOvPu6R9eengEZCBIjAUCRAQjYUZ53GTASIABEYgAQOPfroL7Z1Vm5qDIKb773z1p8tq4u7fveXO4f1n7o6N+4z28R+PaRCGEkwhSEwbdGWU7RpgLgGyazGshKDaX2ewiIaGUhZxrPSFDwTTnJ4xAQKiFn75EHsBKZghlBWbHANFq7oco2QYaSoVyywbaxciGLCTZEOvJdNJUxRUrBfph00I1sAw5OR6WMCWKZfgSuzOa4QrZI5n8mUGuXiXmpmTZdrxRHXtWkJnsYiItV2qyX4e4rWYyphVRit6NXSFlHAsCiJMu3h4UBULUbi23RI1EIDD0UVB4BVDqtRuWpRjZqU4fW1VEezQs1E16yQKVybhqVPJO4Oh3uLVdMjzV3tWjMzF/i+KTBir+2JBFbXkmkmjDRjUY/+QuZVugCFrCVbSEI2AH+WqUtEgAh8NAIkZB+NF51NBIgAESACa4jAAVO/sp1wvRsC4I9EUeUplcaLp0+/+/GeEFD1vjsc+8udk8ZPXlm34WcnLE3ITIU+jIZhcQqQplIfagGWxnAZmCiLx+QTkLTPllpnMfgpqpajw00c0Ls7yh2eigAiLBjCfBDKbiSdcltR0DNVEAFSYQXLraYW4l5oWICjJmQoQEbcUAxN6qBr9AmrNaKGYZEQ7GOWOaDSRDXo+Fu+8u6veMF34jg5KfCdYSgsKYqRER1b9h77gPe3q7Wqm11X166ZyFS1P1bk7Noz7JmnQtNfrH6I6Y4OlO1qN1Vn0huRG4oUimcmMBrmmOsxSoYSZSNiGMuz5e9Nd/rsPWZ0C6s+gm965amyiZSh1NqomS10InSmGCiuuRVNE10zoTaUabtezcxhVchqa8hqETJHKpOyWH7v5f8MVwu/8/BV/zNzDT2S1CwRIAJEYK0QICFbK5jpJkSACBABIrAiAlO/9rXtAPzrWJq+1t3RuX1rR6uby/u/yrn5Wx96aPo7tesnfffXO7e5Y69q2vRz25bdPCiHmzVktbVaHNdZGTnA9VgaMoyP4fojziCLQmjwcu2+jk5i89689bFpk7Kpf9Lijqmgtr/6mUKe5yclYXqMcvN7l3NNDaHmkBMuxEkGqYNFOGLIqwwclC/hA0gFeRlCGIbAm1og4x5kiYYAHS4qgnA0JNwB7uRA8ByUikXgLAHmYPl4D3zXA0hjCKKuuCA79//7qTv8bedfzvtOezm9uC7nNnkug0qlaFIesWx+humMbr2pyshlAp7nQrEUgpQSfD8HXMbgpCW7UXPQBDGuVRMe6KQCbtQJQgioiAKkkEHASua6QuNG0NUZgZDICEWvAtpzQPoBhApAcAeYVKArRUClxPuEaQZevt6kVQYMoKNtITQ11EEpTIDXtUCSJJCHEALPhZJ0wPF8iLo6oSHvzMwLeRfn/OsLOyrbuQ2N1XRHTB3lgFmaruMAKmSG68cEFjXBveDsvnKm7L1UkItLUH7v1XdGsY7v3P/zr9AashX9cNHnRIAIDGgCJGQDenqoc0SACBCBoUNgrylTdmhoGP7rOs+9LyqF2zzz7DN7O55THDas6cnCsKabu0D85bnp0ys7HvvL7Sr1n7iu8MktJ4SOFTJbqa+2P1e1lD23RSyMkOnUyISMQmj0/bYgrhz7t+9v8pcvXfGvT86v8INyLcPSKGq987mTvzB/38uf+1RR6iuLQfO+dcOGi0p7Oyil4jLAB4xByUsrnuu4Y2Jwm1sKjRAu+OBNz/PSKMhtyIP6gs4YsDQuyVLbB64nhAr8TTPtCJflIInjuXU53VmsVFynoWVklqRNzS4D0b0gGQGdh9196l5/3f6yl37ACiN+zlQskrAIPAvbHUd0RZqHzG+sT72GjcIkhZyQWB4/S6T6UCpwAi83FrK4i1daF+VyfhBqZwMR1ItMatzbbDHrWtjue94Y3TBWVdJKh4oWJC0tLRvNXZDm6vPDuoRSHSopq7o60SJdaGrPJASFJiiVylDnBimPyh+klVIpnyvkE8XGgVefS7MYCh4DlkUfsLTCuZcb05G6bQBQ9GU3c7gYqetG1KUodEllUV6o7z35vU//eYefPXtm6jWexuuaGhOlXZwj3AYAszwFeMjbRA+XKWRRGYrvvfJOQzzv2L9fdyztQzZ0fk3QSInAekmAhGy9nFYaFBEgAkRg8BE46MhjtneFd4vH4AqVpQvefPvta1rbW0dJlmFdxA/HjNr4gfywza9RI7bwuvMbX9ew6fjtQjcHCqNVSxGyWhVCs4JMpyZVUVYqUHC9Rbks/PbfTvjkvXtcMuub7bz5YuXkGyHrvq/FY+c/9oOtX97zyn8d2apzV2bAR+ayytsN9fW3FIE/XElKrQ2p9D3P3aVbe99tKjR9mpc6j0+TeE4c5I5Y2Nn1/Y3HbcTjzq6ZAVcXO470RUPD+XPnLfz0yKbRM6JS5fZMV951Ap9VErml7/rHi6S8cyMrQSFcdMifzvnyPbtd/dIPSiz/iwD3e05KTzT46maQ2bPtrZWSV98wMvGaDlfMOdx35GiZRe///4TCaZmCxZo527gg5+hw8ctCy9HgFb5akfIoDGaNGz3i+rTtvXs4ONt2qtw84el3PNkuGHe3d+o33DVJ3PshDP8ZmBr34eeLceX4LF/YNsSKhl5urkri3+ai8H5f8/bOOA4KTS27lDLnxCRJPj2mJXgdyl0XybgYBfWNm7WG/uy6QrBYdy/MBTl3r/YsfzJ385kvsh+mpYW/euqUncIDb3yt0CHzO0m//uJKkn4+xer/fYQsyzITzbNChimomOrYJ0IWlSH88PU3g463vjnrxuOfGHxPO/WYCBABItBLgISMngYiQASIABEYEAT2P/jgTbX27/cFb/Ed75l3576/eyKT+nJYhDSVcamcRLyw0ZyxW01+Tg7bbIfGT42fEFZTFnEPstpGw8Lsw2XXW9mS6sqmLGIBiUoJGt1gXr0qffeh7316+l6X/v1b7blxF5alO67c/mHH2Obg4n+ePOHSPa+Y9cluXv+Q4wUb58P2s1q6m66el+vwlecewGTpySdP2/O9Ha9+YWocJj8raHbB38/c7qaJN7y6gxbufcWFrS31nnfe46dO+MmkK5+ekHJ2KzD2ryDjZzerZHHR9/cPy+Hiv5+xy6w9rvrXdkrK3wayvHlLuvjwW84+8o79rn/+xI7MvRLS8PmCJ773yP+Z8PSU65/Nt3dGTU+cucu8qZd/kFvIWk/JAH5cX8i/lUXlvR79/rbvbTHtFW9kIx87Ypyad8fhWyZ7X/2PscwNbipnfJ8sKp/0zGm7ms2297zhpVFcZg0Pf3ebN/H7Ha546hOeN0IGKnMeOuGzJjV0yq/++Y1Oya4rS515zL0kdeSlBYBG3dU1iWn+1GNnTvpwx2ve/JYQ/EqoLH7V5+lRM0/e9e2J0/4WqFEjN3fAWfTo8ZvNnXr5k7mFbuEe5QWbOVky7bHFW/wOpjG1x49nbsxGbzYx9Qvnl+Jwk1ji1gRYbISBx1zIzE4FtQhZTcgAXK1tyiIK2btz5iULXn4G2l/80E1bUwUR0zJzG+ubnXIxjCCJ3o2ScHbe4y8888wz3QPiIadOEAEiQASWQoCEjB4LIkAEiAARGBAE9t9/fz+F4GtNdXXHlkqlAvfdTV9/63XfCzys91CZ++EiXUzrs023P2J2sMk2uabNtt4udAPQAotP/LeQaayuyJnZzFjjGivOQJWNkM3Pya7vPfz9ze7e7xd/P3YuH3NeLOo/ISutxeE+3JhrbzvdzaUjF+rcI4UgSJtV9+S/nrLn3H2ufvaiYql4IpS779vAiY9ZPGKE19Eh7siLIG2qa566IFw4LF/v3jWuvnn7ckdxv/tOmvDgzpf+4/JcU+5EV8mjZ3x3u9sPumTmNxdH8c8KDfk2L+n++vQzD3x60pXPXpfFleNHi64j7zh1yu17/vzRE1lQf+X/TwG88OGTJp6/4+VPjktF8Mucm/9cVuq87qkzdrjswEv+MRaGNz+aJEmDm3XuMf2ESa8d8Os3p7R1dl2YVTr+01znnfzQqbt/sN8vZp7VLb0LGpqaznvg2PE/2+dnD9YVWeFaD9KtC2n7yX89+5DH9vnZi3VFz71KAOziC3nqzO+P/+s+V/7tc9Kte5E53tugsz0fOW7CB3tc/MiP4jD8QcLUnxXb4HtpnVvfWOf/tcFN8kmp7asPnzxp9j6XPX5wyWu62Ocwt17P/5/pJ+z7zqQrn74wFfUnyyx6k0N48N6du3z4eOHJ/w39EadAXVMhyiRghAzL9GPKos89kNWqIUtGyJYUMlj07vzW156YF819uiOn2jMnMLUYcypRPOfnWVauNCdpWHCC/EuVqPzz1//9/KMD4kGnThABIkAE+hEgIaNHgggQASJABAYMgalTp3pdXcmolpbmXd+d+8HPi1FpdBxHesGihaWGwsj3GzfY4i4xfMJ7wcaf/46/0We+GLqeETK7wbOVMtw/yxamlwA1IdMKfHyvXIFG11uYk+3HP/z9Le4++KqZx78Rjzg3yw8fx5LOcLivrx27CM5NG7vHfhjLewOPz2nubvvm9GlTKntf/vjuxTAb1ZJzu+8/ZdcHQGv2+Yue+J3vNBwiPHHgPl1bPPbwsGfODcLyFxsbG78Tgp9PpL7dCdgmaceiKY+euueTR1z8wNZhfWHzShyn9cWumfdMO6Rzl6uePVMlycVjeftRfz7lgNumXDHzpHIqrwhY+q37T//STbtePXvfSOTv7+7o4uNa6h+v72474N4zdynud/1zt8o43r4haZt852lTXtvnqucuXdgZnj6ipS5Nim3HPH72XrdPvuK+Y9qy4CqeL1ziLy5fxkY27lwuRbd7qjJqFHR//86zDr12l58+PUE3jX6oq7u9pSHnnPXkiVtdstvlD49vbBz1VLGYPj5CxYfdccpO4ZSf/2OHKKlsyAp1Cx/6/s6Po8iFhdxtEHZsFED29YdP3nn2xMv/cXWXrv++I5PKOLf45XtO3nPGnlc8dUpnzH6Uz+dLOd/fvVhue8/R4pKOzD3BbxgOUjigOFZB4ZBJMBEyFLLlRsiwqMdbL73ldb/9o6bsvWfLnW/rUrENXNdlLGVaSsmzSmlMXV3d1p3F0hGMQ0veU4c+88zz/x4wDzt1hAgQASJQJUBCRo8CESACRIAIDBQCdp9hANh77ynnzG9ddO57897PDxvWvNj1/Uc22vDTN8juLWa1j2rcKrfRVr9yNvzUhOULmTZ7WJmNjpXsK2QLGuKO42ecvMU9X7v6oR+8mYy5YG4FGnOuer8pyM595qQJf9jn4pk7dTnBH3O++/SINPsWCsk+1/7zCJ4vjMu62rB+iBMmyk15fqrjjvp8ouXlz7ZvfPpuI57ezC13byor3gPQ3HJ0MZXX5Aq8o5lHh0//9g5PHzrtzt3k2I0/F4MT+Dx0i1EGWW707ll32/5jo3mH//nsQ+84+pdPnNraXbksz9Jj7z5j8m/2+dVLBywuqengeBB48IzPygdMnD+h/ckN5/yRR8WdmysfHHDr6V/+NwpZWyJOz3siFLpy/GM/2P7mKZff95VWVrgsdnK/8NPRV6tcabKOo+saIRlR3zX31LvPP/SKPX7x6m7dTv3d5bTckg/U2c99d4tL9rj26W0cnn8oS/Qs1dh41GPf3CSafOmsA5QHn8xyeV5KteJe04gslV/JcdmZhaWvud3l12FE8x/akuAILsP2DeSCb9535v737nf97LPaSvJC5nqtruNOUlH7+7nGkZcsaquc4BealiNkojfCadaQ9UbI8lEJSm/Ofnc4b//ag1d/c9byHuAttt56SyXVHwNHvTh79ivf6L+NwkB5+KkfRIAIDF0CJGRDd+5p5ESACBCBAUng0EMPHfPuB4seeX/e/C3GbjDmuVxe/Kqh4P314Xsfnocd3vW7v965GGxwbd0nN9+6JmR24+TeCBlo3JJYmqIQdg1ZBh7TkJXL0CD89/JJ5wmPnrL59KkXT//K+zDqVFkYyWQa3dVSl94w89vjF+579bM/XFBOz2lpaXzRK3VOfvCUndp3+sVTP5FOcFK9w7lK0zYnyHd3hXITyQqBUupfroi/+s/vb/4G9vFL181qrojRly3u+n/svQeYJVWZ//+eUFW3buo0kTDAACJRYMhDGMQEu8Cuiquuu7qI5JxRwQaRIAIiCIqJXcP/p7iK4K6KgAiipBnyAKJkmNw93TdW1Qn/fU/V7b7Tk3q6h4GZeet5mtv3VjjnfKp6uN/n+4ba0WGeLQxM/Zg/nbrvHR/92l3/Ok/Ji3PdnVtzpmLuhwtrOjfZ1ge8SfXXPvbLc4+89R+vvvfMxIqrfW4vuePMA790yLWPTNdh548rymzNrLnx0SXvvuR9U+dulgC/vQiNiRPrr/zDLWf88+MfvG72x5YoeZFgMK/gJ+fdc/Iecz749bvPe60pzyp2Tfyahvq1OR0eGif6m15UmzIRquf+6tz3X3vAtc/NrIeFn9aj2qY9neH5f/r3aV/d//qHd/Egd5fR7FVhzRH3nLnrG4dc/qcLrc/PgkKhI+JigfCKSmm9KcTNx6zWnxxYIl4s96ifKL/zI9UlC/um5ZufvvP0A359yA0PX1S3uYstE6+XCuX3znxls7/fXn7yfObnz/TDUk9iDCR4v6xwIYu+yKXto611gsw1nc6KekhgIJV2Ze+T1557udh46bjf33jcnat7kN/znt3/xZioF4D/w1NPPfXi6o6n/USACBCBdUmABNm6pE1jEQEiQASIwGoJHHLIP0w3kl/WV60vLpcKN9//29ufanc1DjrpP/ftz21yY3nau3Zt+iFoIUC5vmMS2w+DtNhMK+09xrETtADQVoFOEmBaQcDE34oyPvWPx27+m1m9f5Bx94QtWJBPHjh2+ms4ub2vf/4jwPklmnvbR3E8zzfJpbPP2PGmGTf/tcc24n24TXJBkHtdBLlpsbLXJM14U8FZv+TxeX8+aZfv4DX2v/HJGY3Iftd4wa6cc82N/l6BmbPuPXGH2v5ff/QgEDA95/E38p2dsqm865YuWbh1p6keceeZs+449Oanjh6sxTdLYZ/r6ug++rZPT39432ue6TZ5f0qoO169d9HE+r7dT54aJ/orE0P+ekfjtY/99KzDnzjqZz8TL744fdPOYqF298nbL3nvDXO2qCm4qd+KQ8r5/PmPHrfttR+66ZFZSxrB92NlNu0JzNn3nLb79fvcMHd3y/nvGGMTgJmzHjx++2v2uemxLSGCByUTwf8poy/96fT3fGPvbzxYNjWzH0hZLk+YMC/I53frG+y/yCTJqxbgo4+cuMuL+31r7g+rDf0pUMmizqL4+H0nvOeeg7/93DnNOL6cMTaQC8Kj7vncNvfM+uYzRdE1YWfNvA/39Q2ezWQAggcQRxr8oABRVmXRYPApY8CxwIdW4DEOXDPXUy169akXu+qvHH/3t49fbR+y7bbbZTvPg18awz4zd+4TD6/2IaQDiAARIALrkAAJsnUIm4YiAkSACBCB1RM49NBTggH9fEdx8uTanT/8YW3kGfsd9719q6UtbixP23rXpoeCzIMEKyiCBMYEeJYDwz5WYFy4ouUW8Is9uixowUjLBnxILiux5m1JVE0KpS5eswk3Ed+6acwHa037j1x620g/B9hnC7T6qyfZbdyq2yS3C5g2thCE+YrmR1mwp6uo1tFRCCFqVG4LAnlREieJCEufqTX0SVbIIjY8BmsWMa3+F0z0Q6bhFZ81PV/mZa4jf3A9Ul+o1+sTS4H8Qi4nbx+sw78yLi6Ioggk5w8WcvIbNTD3y2ZgWD6YaOPGx+Kk8SmtzbQpJfFXWX3pqNtPP7Zje9IAACAASURBVPTJfa+855COyVtDs7/v71p6mzYN/5zyw39eGqvy1J7CNzqTBT+wtWTfAdFzSbVpJ4Q+u87z4EajzF6J0d/mwPKe713DGf9uHMfbCyFvNkb3DAwM/K1cKv1MGfXzuKEWlTqL3Odyos2xz8Wx+kyj0Xgpl8tfEPjB67Va7Spr7Ky40Vyaz+cv8sPgtzqKT0vi5BjGTODncr8NpbimopOXLJdl5oXHDQ7Wj5UyB1LkIIkNeEEOYiyziO4YaJdLxsEC0wDCCTILIhqE6NWn/97ZePH4e2868a7VPVU777zzdAPi50ax05999rH7Vnc87ScCRIAIrEsCJMjWJW0aiwgQASJABMZNYNaJ39t/sLzVDeGmW7yn6QegOQoy4SotMkBB5mLcQADWWUQppp0wYxxTvxgw7KKs1PxG/4Kl5XJRJsqwWpSYsNjpa2DdTPollySGgixJQCcRGJ1UQUWLrNZNgYaNkJ4WhWKYy02SOErcAFDxQKPZeNMAl7licSITYadlWHAEp2NxfwImfpNbFQlrPCuFBCmKIP0uFcXgCViwaP68JcXOno58obwpNkcGq219cHBhqVRqLG3EiS+CQDA9gXObl5xDSTTn5qLXjvrNqe+b+96bnrh00WB0vEnsUs/PgSyWN6kDD3mhA+LK4v58Y/4iX3oFm5+2aWw8iOoDCyU3CzmwcpAPpwlgUI+ai0CbpVrrMAiCzYIgcAziOKmpJO4XQi7FIiv5QqEnVypMqjVqMh8WdF9f30vYYSAIgmmBH+asMdBsNl83iaoVi8UuBmYS3njGWL1RqSxigWfB5yDDYHKzkYRS+k6QRYkG6fuAzaxdHzlr0SADwZAfoEBNBVmzAvVXn3thQv3VE++96djVCrJtd955ug/ezw3Y0599igTZuP8I6QJEgAisVQIkyNYqTroYESACRIAIvNUE9vvstw6MJm57U27TLXdAhyyRAhLIBBlj4FuBQgYwqwxDFZ0g4ww4xzp+AFwZYEpBwDnoJIZIW5BeABq/8xuAsNQBsUoA89DcZrULf2QWf/AaJq0CKAuADYzL+QBAxxA16iA5QBCWoNaMwGK0H0NZyABPxHBJMAlIdOrAgOIcmjqBXFhwwkOrGELfc+eiEMLGyHGjCflcCNVq1VWSDMPQzRnFpW7GkDPRo51sySd/f9o+L+z3jSevBr94JmMexMqCEh4o6YOSHqioCpN9DNvU0N8MIV/qBq4jaNQGIZfLAYo/dKJwzEajAfl83v0+MDAA5WLJ7cPPXeVDnKs1IHwBymjwvMDtw+NwX7VSg3K57EJEtUZm9v8iQFOWOA7KZOHh2iOQgQQdaxDcAxASEmWAc7yXKXqU05yl4hpFnodVNI0F3qxD7ZXn/zqh9toJ933rc6stZ4+CzAPv5+hokiB7q/9C6fpEgAisKQESZGtKjI4nAkSACBCBt5XA+0//0cz+YOq3c5tO37HpFUA5QQaAhT1QMEhMGkMB5UIWscpi2hwaHSDMLeOuW7QFyQCUMk7kMCGhUqs7V0xKCdV6A20w4JK7/CWUBuiuobBAQYbCzXLpBJlVMeQkA4HXSyJIlAU/l3eFKiznTpRhk2puDAirQFicFwMjJSRauYIjOKblAl0lKBfyoFUqZnCL4wSKxQK6dMCMBSYFqMSAiQzkuJqdt5V/u+/EbZ/b76aXvlZp6tM6OyeIgWoERvpg/AAMx7kZYI2lkJN5iHkHJNqAJ2JgoCBpRk6UITsc3/d9Ny6+RwGF60ZB2NHR4dbreZ6bd6yV44HvUYihKMPrWOUKZTpBh+4aajHXIQy1rcXcPgNSctAmvZZGmLiPC1Ao4HBchJm1LkAp5xwydDYxZBFzA5t1qL7ywl+7G68d/8CNn/3D6h7IbXfec7oH9ucWNAmy1cGi/USACKxzAiTI1jlyGpAIEAEiQATGQ+BDp/9g1kIx6fritJ12QkGWoLPCWOqqcBRkqeBCZwu4dUUhNNj0V/xyb7hzuoQnIY6xHAg6aamIyOeLgLlbeB3MXHJCAR0xrdOwQxQqFuWZBcYFhGEOGvUqMB2DJ4Vzlhr1puuJZrjn3DHUf7hxdIpAgUCXCMUb852g0aqZihfLndAphTmIo5oTQtL3IFEAvi9BN+sQx03wcwXnJAnmg9TJvKKMfhx47I2Gth+JFd9faQ4gMZTTh6ZKMCwQ4mYNCp6Aej2Gjq4eWDoYgy9iEFyD73luzSiEWiGKuF78rLu7G6J6wwmnOI5Td0xrEL7nuKLgQkGLQg7Xgsd0lDqhVqu5Y4vFIsRJc4gdckDBhwIvwEIeQqSuWeai4X1AthxFZ+amMeeQMeA4LoPUIYuqUHnlhRc66q+f+OBNR48iZHHP6QLYLzxITnvqqcf+OJ7nj84lAkSACKxtAiTI1jZRuh4RIAJEgAi8pQSOOOeWmYtgwg3hJjvv2vCKLmQxQleFoSPVEmRpyKLLQ0JRlUYNArPcCTLcEqzgxzFHiYEvPScuMJwOhQiG3Ln3WHrdpE2KUaQ5QYa5aihGtAIhGEjBQFgN9VrFCQwMv8NGx+j7oARDMYgbht2logz3cEiU566TFxwSo6GhBZTLeahVBp2ThsKlEcUQFDvdZ6E0EAYBNDRAFKfuWeAL0I2BatKsNUrlUg/jPq/UEyiWuiDSGlCbxXEDPF9AzvMhiS0kWjrx5HsJNBvpnPF9yxFDF8w5XdY6gYXcUJDhMbgP5+WcQdyROXgo5Fphiciv5bKhUGs5aK2HQqkEcn4ObCIwANF9rLGsvUj7jmEYJG8JtaGiHgy4Ui4kFAu28GYFKq8++1xH9MbJf/nmMXev7oGbtvOe00POfsFMctpzJMhWh4v2EwEisI4JkCBbx8BpOCJABIgAERgfgcNOuuFd/d7EW4rT9ti37nVALDnEHB0y/LYu0hBDDFnEfKe0G1kmpAQIy5wgc6FzHva+Uk5chIEPzagOOT9wFf1chUMpU/eG8VQsYCVHDCPEKo4iExIYRohCi1nwBXfHYy0O54phQQ8UGy13zpVvR5fOOJEneB5UlEBBWoiVBgjL0GjG4IGC0OMuJNBYAUYEIPF9pQ88T0BsBMggyEIacYQIJLp4KobAD8FYCcpwJ2wwWtIPGDSduwWutLxkQRoMaJogMbrTWLAWc8hQlKHgROGFoYYo1NxCXD6Y6xGGjh1aduj9ZQyQEzLE0Ep0DPFVosOF/cLQQWygA5j2idNaORexXm+AD6H7DHPMXE6aZC6UE4UuF2kYpHPOhqosYtl7AKEN8GgQlr72zOxyPP+0B2845oHVPVHTdt5/esji/+Y2OY1yyFZHi/YTASKwrgmQIFvXxGk8IkAEiAARGBeBfzv7qsKL0cSf+Jvs+gFdnJBL0PnhHCKXrCTA4hf2rIgE5m61CkSgK4ViDEPenCsj0kp+uLmy6ihKXGhhltMEqQuFWVTpEei0YQn7llMm3F4nWbJwRhwPBRsKi3SUrDBItmIUY07MuGtwN5ZnEnfdiAfOUZMWc7vS3LdIWRC5NIwyx1UqnGQOGkmWd5YVCMGgTI+n+V4oyFDwuSGwVjyLs3VIACtAokNoORiOc0ndutW9unljkZNsfe515JbtxzU4LqgGV3j91KnEn5SQycI6XXOCjB+Gclrn1GFenk0UBCIN+/SMgmb//Frjjbn/M9lfet69Xz/h5dU9UNvuech0HlV+6Zn4tKeffvze1R1P+4kAESAC65IACbJ1SZvGIgJEgAgQgbVC4ENnfPeLb9pJn9tku92n1RmHKtpSXg5i10dYpHlOztVyGUnuC7/LIbOQChIAUNy4kD4URSiAXAQeFt/IhFk60fT8VDag0MLPUrHVEhSt/5G2hByGTuKWCrLlt1a5ilSMaJAGw/8AYh44MSKcEDRoZ7kwzHqU5pBB0oAg8EAzzN8SoKM4LQ4CFsIwgOpAH4RBzokuF35oFXpSuNKMgwRmJcg02c6tHbmk61i9MHPHtQRZFro5tLo2obaydbeLU2SN7pcr1uHGxrmkZ2LGWCqAuaus6GNREmMg5wswjRpYFcHCF+e+XGjOu2UL88pVd9zcW1/dQ7XNjPdu7SW1XwgTkSBbHSzaTwSIwDonQIJsnSOnAYkAESACRGC8BI448xu7LTSbXpsUprynPGVKpw6weqCAWkNDPl9wDhHmZbkwQ8wty3LIBIbtqfR/fVqkBTfSnC6TCrLMD0NZ0CrikZYCSfekgqzl7Iznf6HYsDoVXpgvhvPQ4LvrYxVG/LyZKCiVO6HajF0oZDEnoV6vO9GJBTGKfg6azRg4VlLEEEyduGImuC9qNF3emGve5VwylG0SmGEgnf7hruy+W89I5yt7z1C4tjtiIwTZMvdwBc7ZML/syFYbgdaJzmXL2LcZiS1Bhg4Z3pPQk1i+0glSATEMLl7UbwfffGgK67/k7q9/+i+jeZZQkOVU5ZeSJac+/jg5ZKNhRscQASKw7giM5/8m626WNBIRIAJEgAgQgREEjvzCbYe/NqAvEOXO6aXJUyf312PombwZDA7UIMgVXWl3NINQ7LRcGxRkTpBYBioriY+XbQ85RCdt+S2VbenmVEz2axbKt6JTWuGQWJWxJXzajrMcc7FaogR/k8PXBEjL71fqrhokVivs71vsXrUxkPcDSCp11wOsrrBjsufK9AvhOecskB5og6GKGA6IeXCpA5aGbKaCzIqsMuWIuWdG1Uqft5af1orSXM4LzNaNlRFTZ7JVxiTz4Sx+bl1+XxraOBI4hlRKCMM8NKo155cJ3cTcOjW4ZN7SvsVvPjulANf/5Zqjbh3tH8VOM/bbWujkNrDxqU888cRqy+SP9rp0HBEgAkRgbRAgQbY2KNI1iAARIAJE4G0h8I9n/uiQimX/2mByJ+uXOkHkSwqLXojAKsaUYYwZ5rwa9/87FGQouPBHoRRIow+xJke7KljB78uEITJ0jrCHVypG0v+VpqGNrS0Ng3TyDcPzslDHZY6zMhOLqX0nUCgN52ZZrPJYzIcuJ65Wr7gG0gKjDrW1SaOmi5Iza40nwrwZjBLN/YJsNGKe9wKNFqG1WhlmmE5LGbop4BjS4HKBGeyfje7ZsKJyJT2w9XOmDFHKtrFIm4m11pO1BWCZwlsuSBPz2VzTgXT92Eo7fe8ywXDQNEcPzUhgmW1puPPFrBEsaiasnA+hWRtQHtN1Fg0OmGTwxck95Z/+5itH/jqdyeg2FGS+Tm7TJMhGB4yOIgJEYJ0SIEG2TnHTYESACBABIrC2CRx1xjXhgPH3b7L8XpWmntRRmCiaCph29SGYVS5XKs3sQndIYLMrLPqBn2Od9RVsGF3HtXXnYs4ZSi/0rwwmbeHGFTBnpaXOE/YbG7m56ouY24ZHOa2WFgZJBRwOjt6PhHQMFEtJWuAiE3aJjiAfeCBVAnGSYO15d3ZcG7QdeR+EiZkUEurWAAbzsbCTWSPBRBHzhASNQZsc+51hW+h0/viLHGqMprN5pTNftvwITnpE4Y62t1a4eoxtS25pI8zBGwGjpUyHRsgEbKv8ZVZcBIs9MsasQdiolTVmrVmTNAYh9MySUpA8Zhr2/rtuPm5gTZ8hFGQBxL8ClZwymxyyNcVHxxMBIvAWEyBB9hYDpssTASJABIjAuifQ29vLn3lmB7bjjnNtb++XRu2kpDMdvfOy7lf2do2YlZZcp8OvvfvgBJmNbgemTp49m0IW1+ltpMGIABFYLQESZKtFRAcQASJABIgAESAC6zOBGTP22xpscrsFfcqcOXPuWZ/XQnMnAkRgwyNAgmzDu6e0IiJABIgAESACRKCNwO6777sNA3O7heRkEmT0aBABIvBOI0CC7J12R2g+RIAIEAEiQASIwFolgIIMmLkdrD15zpyHySFbq3TpYkSACIyXAAmy8RKk84kAESACRIAIEIF3NAESZO/o20OTIwIbPQESZBv9I0AAiAARIAJEgAhs2ARIkG3Y95dWRwTWdwIkyNb3O0jzJwJEgAgQASJABFZJgAQZPSBEgAi8kwmQIHsn3x2aGxEgAkSACBABIjBuAiTIxo2QLkAEiMBbSIAE2VsIly5NBIgAESACRIAIvP0E0iqL9lcWzClU1OPtvx80AyJABJYlQIKMnggiQASIABEgAkRggyZAgmyDvr20OCKw3hMgQbbe30JaABEgAkSACBABIrAqAijIPCluS5rxqXOepLL39LQQASLwziJAguyddT9oNkSACBABIkAEiMBaJrD7jrtvk3B+W+jlT314zn1r0ocMvyfZ1nSO/0DvJOZ1FNunJ7iyTFi+qimrxBu6Ruu43CpOUJ4Y//ezaEUDNN2Hii8/n7WMfNyXWxUfvHi6kjXb8F7hGdpIFjWbwIWyOI7i0ga+aVx3+xcWtF1xmXu/ZiPR0URgzQiM/w9+zcajo4kAESACRIAIEAEisE4J7LvvrG1UnNymE3vqnCf/vCaCDHp7e/mr9/t7yzh4nzThu0JWyEvhgxYxGKaz71HMvbL0BSxYJhh3b/B3BsxqayyD9AAL1gL3UgaGWeA2PbH1u4X0PcvE4Krer2SfxYHBWutmZZ0QMfghMPc7w91uLmv2vnXj+HISc/iWuoXiUHj9Eb+7sS1Ys/JvoE4IcSZgiEs20faHpsV3GUbIq50H/t7O0O1nTj0LDeB7Pq9VK9qAUVLwegS1V0zQ+NU37jxrjpslbURgHREgQbaOQNMwRIAIEAEiQASIwNtDAAVZXI9vE0Hu1IcfvmfUguwzs07vtPGEf+8Wk4/Is9K7bY1NzkEodaLBMBRkZrkFtUTZ6lZqgYNhqzTWVneJVe5HKbairfU552MfG8XYeOUKysFViLJVrm1tjA8anEwVjAOXAmKdRPmuYGBB9Y2nvU7zi0WidssP7zynNq6bQCcTgVESIEE2SlB0GBEgAkSACBABIrB+EsAcMpPAbcboU598ZnQ5ZEfPPLekVOnoLjbp0/mkvGuyOGZlXobBRUuhp1QCrjVwu7wgGw0hFCIoyDJfbDSnvKOOQTGGXyBX5ZKtasLp+p17NqbNiUE0GcfoYWn0LPMBDNbqIJgEIX1QTAMEFgqbFPTiZN7jcb76ox7ou6H33l41pknSSURgDQiM8U9hDUagQ4kAESACRIAIEAEi8DYScEU9mP+rIAhOue/Pd47KIfvEPl84fGpu+nl8qZxp+yzkaj50yRIE1oJEHZYkq1zRyhyq1knDYgSdKrzg2n1lGPKXXddavfav7wL/xj5v69zBsZ+PQmpV51sHeMXX19xA3SSQyxcBrIRYKVDAIBIxDJhBkFN4HBUqD6tS9fJv/v7c/30bH10aeiMhQIJsI7nRtEwiQASIABEgAhsrgR133H2bnBf+KvCDU/48ipDFo953Xscku8l53tL8if5gviPfDKDH5iFetBQm5ENo1hvAwhy0MsjGwtW5PBjyiMJmBa8uyWoV+1d23sjPGYi1cp2R10WHbzzzY2Z852NG3tjH1wBMgUXvy3pgrACeC2EgroKYEMBCtQjYFNMXlQZvidjCS26+68qBsdxjOocIjJYACbLRkqLjiAARIAJEgAgQgfWSAOaQNarN2znzT57z5OqrLH7igLN3KUdTe7v1lH+G+QBhXULZcuiUPph6A4QQ0OQACeeubMaKtlXlkmGonVjmNLPSfKplw/LSvC/MXcPP0xys9EItx43hL5YDy+bVnueG53AUaO744XDLFeVyrWxd3HLnO1luUv+prcAkjuV0Eo5j0cFys3XzHZ4fd3Nn7uzWNryGVomRdn4pg2FHrXW9sQWM4pUs+FxD3EzA9wpgQUJTabC+gIaIYNCrgZkMOuqq37GULTrr+3f3vrhePvg06fWGAAmy9eZW0USJABEgAkSACBCBsRDAkEVQ7PZcrnjynx9efcjip2adP6unudlXcksL+5UGclCIPPCsBeF+MH3JgkEx5kTC2DaBDlFLsmSCJRVGqcxo7eVWgDHG/QjhARbjSHQMnFlggoGyCgxWqPCYO4YnEjyWA9ACGLeguXLiC4UOjilNKiKtwMIkaQ1GA9aJO2fauR8OVlknPC1Pr4tjoJiTVrjzMezPCUvju2vje4PX5BrAcPCTALCeoRYJKJaA4em6PB1kJSRVKuqcAssEG+Z24UEo8kzGwInLZQVZu5gcE33HA8M4cc1eW3GVdJ01L4aBbg0wxd5fC5accv3vznpiTOPQSURglARIkI0SFB1GBIgAESACRIAIrJ8E9t191jb1pHlH4OVPenjO6qssfnyfs2dNsdOvLCwt7FXuz0Eu5uBlZQWHisSPQ4ylDhJKLqy0mIqRYRcp830MFqS3IFlaHh9FEXDhBJTWGrBTGQou5c5XAO4wBjz2QNoAQDEndpSMwTLtRI0EDlJL9ztmTaGIGhaFaZ16dNhwZhhSyIR080LBhnlomJfWEmQoslCgeRoFGQPNtRN/SmgXSZhL8m6NCj/3ErcfF+olXibIDFiu3BxTSZYKpHTjkLZ2QzdtRaJ3rN5YdnnnDqYiFFBgAs+KlGAIqYaaVDAwAUBvAg9X/flnX/+7M+9fP598mvX6QoAE2fpyp2ieRIAIEAEiQASIwJgIYMgiGHaHTvRJo2kM/R/vv/CgjsFNUZDtXe4LIBcLkChqXEex1MEZa4VAJ5uGBFkadtguyFrl5DEwMBVe3DlVymjsbpbOAU9KUhmBosoJG4GuDweupAsXFEyAdoKs6cRQWiqeg4fHoFDKZFFrPiOdOZyY61vm4hwZGIGiDEUiT99DWnzQcw4Z8lCg8EcoYFaCH/tuHHTNtESxlopCoSQIIwFlEG4acF0tQZp+5sIuh8IhW4Js2bDOsVZYTAfIBJljIIecQVc1EwWZF8PgRIaC7NFaMO+s6/737PvG9ODRSURglARIkI0SFB1GBIgAESACRIAIrJ8EsKhHuVD6teDy5D89ePddWWTeSoumf3SPs2dtLt59Rb4/3Lvcnwky0M6Rcs5RFuY3HhqtMLzhflzD+Vd4Xck4KAxNxN7GgoNyYYPG9cziJnWmcHOCBxLQRoEAFFy5oQZfKNYSHqXuFJ7rBJkAZlDYeUP5b8Pips15YgZ0Kz9OWBdIiS6dC3fEyXvMiTypPeecGRRjkDgB55y02BsKZUSHDueJjhcej6GTKCrTPLFUaLmwyqyxNq5rOIctzR1rHdNi7sTnGMvet0RZuloUZEgZ+QwLssokDnqqmV0N5p9Jgmw8TzqdOxoCJMhGQ4mOIQJEgAgQASJABNZbAvvuvu82CbBfR43k5KeefWS1guzfDrjwoAnxVijI9llGkGHOFeY0OUHWHmI3PjRp7ljqBLVEBjpjSsWA1d1xvNikuWIoeAzmaGFYotMT2oUTqliDzyWErIAmj3Od0hBCBYAuGgpKy0GoVAxJ8J3T58IRMfwR18SM68fl8sX4sCjirqChBaPSfTgH7kswOnW8MK8NHboWExRkKBpxLS7fDsMe0aVzOWipQ+ZCMNu2kU22W+KslS+21gWZK46Cyk+m6x8SZApqXgSpILOzq8EbZ173v+eTQza+R5zOXg0BEmT0iBABIkAEiAARIAIbNAEs6lEKw183Gs0TH57z59X2IfvYnucdOJVte2VxaXGfcr+fhiyioMkEGcJaG4Ul8DpmuHzHMoIMTJpZhe6YFQYSkzhhg66XUgaYFq6gB+TSUEAeWQh5AfI8B0mkQEjpwgxdSGNWOAOFmNAolDgIFFFYnCMLHUQRhWtCv00zDbGOnCgTWJURc9lQtQgA7mHuGo+15b6OLfCEOUFmJbpoqehLQzvTXLRW+X4Mn8QNQxxbW1psZLhSZUvAOb6oAts4t1dqxM/H7ZCltB3/ocqQGIZpU0GGIYtmE3TI5pEg26D/dXhnLI4E2TvjPtAsiAARIAJEgAgQgbeIADpkg/X6HR3ljpP+/PB992y55axcd3HwXSwIl86e/cDraWnD3v/TD70uQ+xTMy88YEKyxZWFpcV9y/3SCTIP845QQGTVEceTQ+aE2FDZ+ZYzlr66HC2X5pQ6UZivhaGAmiXghT7wQL4emXiREVzUdVVpGZtAcC5qni6xUs5X/nbVwarPA+kElxM1mPvFUCBx8E3gnCEl4rQgiMX8sjS3DDVT6nMlYEQCXGI+Goc4xibYHGTOA5s31zLufdeL5RGqqi7XmMvGOTAvDWdkuuUgGuAsFYA4tsJqj9YCV6kAQgHXEmROvLnxs7UzNhSyOOyQtTtq4wxXdDGr6A2iIMscMtcSAAVZVmVxAoDZ1D5aCxZQDtlb9HdJlx0mQIKMngYiQASIABEgAkRggyYwY8Z+W3uM3xHH8clznnz4Hnwf12o/VgZir9h51WDfwP0vv/z40haEj+91zgFT2HaX5/vyMzuW+hAmPC39kJWPd65P5uCMCZyrXJhV97BpX7BWNcGWKMGiF84VshaapglGGij1lKJ8WNjT1/3Pz4+LrG+zh9O4yYU78B3mgl48LSl7Ovju4sV9Hw6KQRqOqDFuMBVJksk01FFwqNtBiLkCMMqFEvomrb6IM0sghsKEwqueL//LROzQWqUxI4kNyFCCLZrzNdjvF+PSoaqa/KduKufiMT+dK5bdx03LxI0Z2FwaDomFRzBMUXHQVkEk03wzrKYojQQPfCcYkUNW83BErzTX9SxjNSbqy5y0nCAbkUPmqixOZY82/QVnXktVFscPnK6wSgIkyOgBIQJEgAgQASJABDZoAnvvuve2TaNuD3K5Yx9++IH7d9tt5iZJffAHCxYt/kDX5Klvcit+Usp5P95y202fuvXWWzUKsp54y8u6Gl37hwsBygzLyCcgREssYAXCcXyFGoUgk1hI0SRpzy/s7yUNeAUPZC74YuzFr9T9qN5g1d/2zj6u3rv313eBBWyHDtuZL4riSfPnz9+dFTjk8gH6WnWbFmgMmpVIhizvhGUMFRAhQC4MY0wyUxFnSZIERjLor/dDaUL+81947vjLr37Xf51U769/paPQNo1kXAAAIABJREFUVa5HFSa62LxarXbPBH/SPpXFta3LpQ5IVNzUMpHNZlN2Bz0msSpWXswbjYZfkh2gmokTlZ4nwJdhki8GSX8yYC231tOSCytD0ZSMqbT/mGtqjW5Z5iIu24B6uOrieB5aJ8gwzw4FMVavbBNkdU+7svfxJPOIyi868+rfnv6nVYzlMtHGMxc6lwiM418TgkcEiAARIAJEgAgQgXc+gX32mbVlEtXvZIJd9OijD/0/nPEuO+72UWPN9yvNuCSZjHLce7Iz3/O9Mu/8BU8mbrtVbofLu6o9B4aLLJQhBzaJQAgM+0sbI1usCLjCHlmj47G6kEV0yFyOGJaY5xoUxGBco2cLVaiBPylsNIPK3l+efcpTJ+144bXd1e7TxaCEUIYu/6s4pfB3K9n3dWT/lgtztlavTMp5wUcG51cPNkZDzyaFv0W6/hNg8Dds4+yZQEba7ipDeWxTxrdW9ZJLL33ynJeu3Om/tg8h3D6qNGdW6oNnelPYT+Io+kNRF/eOBpNjurt7FsYm+pIN9BQVq+3LvOP+WEUL636jaLQ+DKr8I0kzgQlTuiuWs/9XrzT+4oWsEUvN67W67Sl0s5Dn92guic+wDQ02YVDI5SFJMEyyVYx/uG9by0FMQxnH2I/MOZ3pPUwFWdaQGkWZ0YCCbEmngdz0wsPzk7+deNMfzp69mrva+j5Nwmx0jz8dNYIACTJ6JIgAESACRIAIEIENmsCMGTM6Ai//I2vtNkkcf00Kb5E1Zko9apzXUGbLQi60cbXJo0pS3XzSdv9TYlOe2SrYaVZXveuQcCGDkg3aBBnmN7FxC7Jh96fl+IwIx1tBUQ8suBHbBCqqBuHEMFHF6u69T5729Bk7Xfx1/ro8rQxdkA9ywEP2Utypjr7g8c/d+/U9f7CnsmYC9wburTXymwWJ+HG9UduN5/V/XPT0WT+6aq/vbGVjvX2elZ7xuJxeaVRuCkreN2qq+ePzZh87eOWM/9rcVszkoigevLC26MpqafBfr33m/J9ctNXX32+a+s4JEybMXlox+3/p5c9EV864eXMv8mzMmtULnjqx/0szvj6tm3f99MXnX96na5Pua2HKknM7K1ttUlP192mpHrlo9ilP9W75g1xXKK9JBs0JvCHABx90rMDzsobY2ZPZaqS9dgUZOmSujKUbxblkRkPNt1CZwCGZaJ/usy//YgnMe7ZmFtqqGtDccsYZN77HByrN6vxiDC/d+eSdtSye0uUgbtB/TLS4t4QACbK3BCtdlAgQASJABIgAEXgnEDjqqKPErbfeavbd98B9BWOXDg5UtsqFwVIVxVGukN92QV9fKZCBLQUFf/GbfcBUsX+HTWc8vYW/Q9xZ6zokv4i/NYKsDc6Kyt5jPhcW3MCy97hh0XusI4+irGGaKMiWLDbzD7j0hTOePWOnL3/NfzM8Y4KYyKOk2ShOLdxw+rOfOrd3j+t2EpC7pdYY3M4P+DGXzDnrp5fs9PXPC8//lGbN4y6ac+b9F+50xackBKdMzE9klf7aZCv0tMX1RX0sZEdc9fxFD3x5l2+elgzA+TyRBRPaUqOr9tmrHj3r+xdMv/LDpmH+u2fihCfrunJw7zNn9n1xp69+gFW8S/xi8Pyi3IILvzH74lfP3/by6yZ1TT1usDH4j71PnXrX53e8+sLX3njtkunbbPXzeTb3ycn9tXeHtvQHL/J6PGwmrTjkvACUShtPtzywt0aQDTtkLUHGbOqQJZsVodGVvPjy4NON5+bNiSowP/by3OaDgqhHTZb3vZhzUDLwntVgv/nnR+98+p3wvNMc1k8CJMjWz/tGsyYCRIAIEAEiQARGR2Aox+eA3Q6YCEW5S6Na8TnwifU46m0qPS2QgdGNhOVY7hWbFH8+rfPdr27Gtzuyuz7hA/lFDDpYHqxqDuWQuRSnoXL1o5vEyKNG0xjaWOUKbWCuEzaGZiItJtLUDch1h/1Lknn797566twz3n3xNfn5naf0yAmy1qwt7NisfMKpz338F7373zg9B/JwrXXZcvWbLz5wyqO9u1zzoUKu8F9N1bw5p+LLtVeW1ah6QKgKH8rJ4JOvLXq9y+Y08An2g9fOvvjOc7e7+sLGvNolk0tToaIHonr3wInXz/3y9y/Y9soPq0H13z2TJjzWX+s/ODTNqCL4xdEic+7ETSboxf6Cg69/8sv3f36nK3u5Db7Ic/wUXur7Tm1J/p/L5eIXm7X6t7/y+Nk3XrrDt/dnNfYbURNFVufQVegEHacyzPKs+EkGL63EmCrUcYUsZm6YE3xWuBL7aGuhQ9YSZAMTBTQ6o8cG2Rs/GeDz/7ao8aoxrGGttTpJDLeJ7gjywXtiFR1lQL8cJ+r0x5750xNjexrorI2dAAmyjf0JoPUTASJABIgAEdgICWAOmR94P+qr1AOTqMFSrnC/b4v/WZrKflnu33nnTey2X+tudL+3sJhDGUIAjTlkwlUAxCqL46rpgSXWs/yztOFxWga/1Q8Lb4dr2YxVC4G5KoXa4v40fw0dMlkW1ThX2ef8vx37zJnb9V6bn995WiebwBTT84ub5j938tNH/bp35vWbCOPtEghfNlSVNWtVXfZKuzUbyaVNFUFYCH7EpPh5Lijec+4DR1cvnf6dQ0ygv7ewNm8a7zHvv/6xS++6cOevX7T0lcGLe4IJkHjNZjSlcuLX5nzpB84hG7T/PXHyhMcWqiUHsaLlZkBfM/BS7egtt9li4aLCgo9eO+ei+z+/yzXnJIPxV4s95ce4TP5Fq9wbGmpbW+FVdTPZTFb9c0pQOFzUJORtAUxDu8bVyNoxQVHWUqWuGmVmGY41fyx71oVFsYe92DJBhnllgALYQN1XsLjDgNw8+POgN//E63936kqF1t7bHXSwlvo/hSdvV0J+YfbsuwY2wj8nWvI4CZAgGydAOp0IEAEiQASIABFYbwg4t2yXXfbezET1n74xf95+nRMnPVUudP44x+QvHnr8vhdwJUfufsYBm6htvtzd7D6o5ZCBwkbJaZVFV759HGXvXSNnJ8j4kBAbbnycBekZ6wpPYEtqFGQoxICngqyu65Cb6FcawcB+5zx7zNOnTL/g2in1LU/zKgG2AauEm4YXn/7cv1zdO/Nbe0glv5vj3nsi1WhCol/v8Dsm1xr1EuRFMtCoeCh8kmr8lS7eeeV5z3+28pXtv3Pbm0tfPTI3WX7g6se/9Psv73z9GawqrhGRB01ZhyXl+cfc8PTl3+uddu1HbZXf2jOp56k+1bc/BErahH9zyV+XfnzatlssWJB742NXP/XF+77wrqvPjKrm6lJPaa7RzUNjMFsAYx+WvpziWbGHXmq2ifsU9PBuEJGErnwXWGMg0XHaqDoTZM7BcioYe6M5b2tcD51wJf7bBZlaRpD1dRmATcRDA+LVs2+86/yRVRaXKeIxc8bBFyujPtSMmkc/MfeRZ8Y1MTp5oyRAgmyjvO20aCJABIgAESACGy+BXXbZayuh2bebzWZVhN43tt9+q/ux3H2LyMf2PO/ASclml3TVJx4ULsaQxSJo1QQsRd/qDcZYq38YfubSu0b9ikKsFbKIsqDdIUvngFIhFV9YkB1fUQM6YWYYNGwNwgneQM1bvO95L5z07Bff/dWv8XnBGZ2ixxlIoiwe1d3xv77cN/DKVj09/6yajd0M1/2egX6p/bMsFx0VWz/feiIx2uwcgDfn/Cf+42fnd91c7pnk/X5RbeGerMMc9dVnPv/z3m2vnZ43xT258mcMqv5zkgnR0Zc/cd4PLp32zcNtVdze1dM5e3Ft4MCwJAUD9q03n1/wyWlbb764P9f/T19+5pQHLtjy2tPjenxtsad0VyThY9IX3SaODuBMh2C4Hya57YM4/BdR5Z2BCoAnaYNoFL9OkGXOIRZBWbb8/eh5j7w/w08+B2vSxtXAlPuxVkE1UFDrYZBM1A+rzoGzr/rVqfev4K9lSJTttfMB/8Qk+xIwfcJDcx54cOP9y6KVj5UACbKxkqPziAARIAJEgAgQgfWSwKxZs3L1RWy7elP3Pf33+14buYhP7XXBAROSzS8vDBRnlgZDyMUeYPoWfmFXInHqSxgPGDZTzsrqrcnriqAtU5oPS7pnIY1D3/rRIcOxUJzxBGQZKiZI/gFM8lwTkotNhZ1gEuuEDPMZsBDu9nxxQz4f/ElWG5EXeKbGza460j9sRMkmIp8/PWLip4WG1VolPGb6XVqrY5TSxygbs3wp/IMnxOe9JJyrmn6i/NonItX4XiSik2Xo/2dno+Oflixc+sPJkyc/VYuiw2LV8PK5/DWL5y/5p4lTewYSmfy7NzH/+8aSwQtjm1wQQ3JTI9Gf79xyoAqVqX41GWSDXjl+T0MFA012Tj4uXGRrADLxIS9LYFSa1WUZlqdPRaprW531JtM8zeNbE+7pFYfLIOLvQksXHsqtcu0FYqmg5imodwGYyebRSnnxWdfdfvZ9q3rQ99h578OYL79imT750UcffGC9/KOgSb+tBEiQva34aXAiQASIABEgAkTgbSawXGPfj+121oHTxPQr8v0d++YHAgjjADBzyXAFiWwAYxakDpyTsy43F7boZIkCWZBghXkOAPqNMTtorTtcKCUGQnKclwEpZU0I9pwFXTPW+JzZLbTWUxOtIFcsVQ2zfzWJraIPpZXZyhq9mTEWrDUQeAEaeS8zLt6w6OIZ2MZYPdkaeIkz9qJnxRZRM9kmny+qJFEPgTKY97VbPW7ksSG1suo5K8z8mCd7e3n5mGHqmKqplZVVZ2rQ2wsPtFXm21fMveBbV737W/uKpne3aPohCjKIOXiQy+QT5tjhulGMoYuVOoooWNPqlGu+4flpCCQHafAHl6pAcw1NoaESJBB1AsBkO7tSWnLWtXec+cdVjbLbznscai1cISWc+Ojjj5IgW/NbstGfMcZHeaPnRgCIABEgAkSACBCBDZTAv+17zkGb6K2uzPWV9s4PFCBs+uBjI2FhIOFNtFVAaglifGlMa0xvSJAxBonly1R6dGF3mYPmGldjyXwXimdA67TJshCpgNRWQWTizHXiTmByLgF3C+4B4xZUpFyJfQyRxOhM3O/CK7EHm9VOoAY5D3Si0pw6w5wQlL7n8r8Sk0BsY7DSQKmneOMm7ymdOveRNw6IdOO/E6a7C10FqNej/7jqhQtu+eoO3z0qWtz4WV4UgDU4BPiKFlhWyTIVXijEtFsP6jNheJZLtsYYAS+teJqThvcxFWQGFDfQFAaqvoKokwNMhjmVcv+Z195x4ioF2cy9DzysGSdXcAvHP/L4X/685jOiMzZ2AiTINvYngNZPBIgAESACRIAILEPg+A99cVaxf8pV+f7SHoX+AoSRD4EWqVAREQDTThSkxSXW3dYSZAACFFYHRFFmrRNeLlQxK/6RfpbOK80/S3t6cZHmobmwP1eUJK3k2KrmiMfgfnc97H1mzFABE4kn87SgCTpomFOXC31QUZzOAUvSMwZ+LoBG3HBaKlYRaK6g2FV8iknx7xNf8J56bov5u1hhu5VUixeUinMnLqjtNqlz0rfrfY1dWcxBKg9KuTLEMTJG0YmTQjHWUr8WuDXjEmQo8BSqaXTItADhyumnOWl1iY2hDcRdDMwkO6fRsfCMq28/eZUhizvvvMehkokrlLXHP/XUw39Zd08EjbShECBBtqHcSVoHESACRIAIEAEisFYIfHLmqQdPNVtcGfZ17Fnoz0O+kYfQeK7ABoa1WabGHC433gk6AcWME2DoYKHyaYmydkGFwgmdLyfKsoqELRcNY/6sFU6QtEQeM8M5aniOxLLzmVhrFcVw/bowbNKN72rQp6IJBVnmkA2JPI6jGohtBDL0wEr2SGybv2eCD1pmRAKahcWwRyr+kYVvLJzWGXaBiSyEMgSLRhh4I1BlgixzyNKeZGOjaXkanojnezrNBUSOmgE0pHUOGQoymKRm14sLz7nmf076w6pG2mefmYcmkblM+vyEhx6ioh5juysb91kkyDbu+0+rJwJEgAgQASJABEYQ+PT7zz2kpzH1snBxYa98XwiFZgHy2sMC9C6fCSv/uaISreIb6/jVgs7yqYZFlEW9wiygt8UFA60MMAzLa1llmShLHTEG0gme1NVKc84ydywTOamgS/utDTtzKSgUZhpL0ycJBF7OuWZOIDEGcdwEz/MAm1pzj0NsYlefBAMgDdPuM42KC0MntQbdTKAclpw9FfDAvbpUuBXk52FY4XIbHreG/DEX0IJyAlugIMvGSpiFhmegFiiIOxmYifEjzfKSc66949RVhizuvMNuhwrPv4wLOGHOnIeoyiL9i7LGBEiQrTEyOoEIEAEiQASIABHYkAl8+v0XHdLTnHRZsCTcK9cfQLGRg6LxwLPMuVIG/ysw9A8ppAU01vVrKrRSgZIKpnQeaTn+9vm0i7JhceWqRg6dC2D1cPiiK7cv0rL+LaHW3ggbWygzIUFpCy6UERtYm1SQGa2BcezvhYJMunwydNIcNauACQFWJ+BzAXEzgUKYB8k4VAaqUC6UnMjzvMCJtZGijOH6bNpIG90sl2Y2Rv6tlgICK2XiNbmCmCtoegpqfgJxl4WkO7m3Vlh0xo3/+4XHV/W877HHzEPBisuM1SfMobL3G/I/DW/Z2kiQvWVo6cJEgAgQASJABIjA+kjgsx/4yk7leNLlfl/usKBP8nxTQlHLtLCHTSUZMPm2hS2mQmqobdqQaGqxdjlh2McrCzlMxduwYMNQRqOSoZBGlzeGkYhZ/lhLqC1zftYIGz/T6BSCAC48MArfYVZb+pVSMAlKxcBE5pjpGIQn055iWmHVEABtQKIj5vkQN5qQ81MBhk5bSwgalz02XMWyFZ6YNnROi3KkgmxsG/JLoy7RKTRguYaIJ9D0NNT9GEMWje6MbqsVF55z0//0vrg6QRY31WXA4YQnnySHbGx3ZOM+iwTZxn3/afVEgAgQASJABIjACAJHH3FlqVSdeq4/mDtOLDYTc3UORc3BBwtx3IBioQAqSsP02reRoX3t+4ZDB5fHvaJ9q7qWqzS4mm9wy5/f3rFrfLfc+XI8bVzdEkpDBU6cbZiGOzphl82z1T8M37sqiSjhsAH0iDDEoT5jFgt5pCcjZWZS1ijIXCPttmuPdjXDVSoNcM9AlKAYLDgnbqA+CH5HHqo2glqgQUwM5jXyle/Wq7O/fPPsm9MylSvZdtttn0OtZpdx4CfMeZJyyEZ7P+i4YQIkyOhpIAJEgAgQASJABIjACAKfPfiGQ8J68bzOZvkAGEhyuYSDaUTQUS5CrVKFPA9ST6ilMEa8tnK6cD/mco08zmi0pDJ1sYJXV+dwFfvR4Vl+aAzp486NSl/bL5FWLGzJMpRC7WGIIx+AVQpClFyZEkMh1hJf7V8qsUhIqxhIq19Yew0OhkVF0rogaQ5Y2zUxR29YzKVOW9pigDlB5o51b1fOr33xLf6uuAkWNOHaVX+M4xgED0D4HnCfw8KBJSA6CuBPCJv9rH5fM1x6ybfuP2W1fcVQkIHhlzPLjidBRv+UjIUACbKxUKNziAARIAJEgAgQgQ2awLHHftvjf1Uf86veZ9kg3zWvCl26YUAnFnK+BKEVMFDL5Wy1criwcEZ7LtfI3K7W/uVzvlaWC9aeq5bmgq2RIDMjBdqwe9V+I0eKtBVWMnSCabjAxpAga1NcKLSWE2RD3zq562/W0lTpL8Ol7XVmtzmt5tRU6oyhk9Vy4tIm2CvP3UO+aZXJtM/asrlm4EIqtbLgeTmIkghQHyrfQL67OLgw6ntMTPBvuu7eT/10NA95JsguY5aRQzYaYHTMcgRIkNFDQQSIABEgAkSACBCBNgK9vb28t7fXzJrVK7dJ/A+EcccnZZTftSDLk40WnlGWCas4MM0Ylhzk1rpKfdzi+zaHalnHaqhMPDPMKtQXJg3FE1n5+CFna6TTNeJ9qmCc+TZsEi0n0Jzmw+bHI52yYTGF5wyHMjrXa4TK406hDXtreD33PhVlQ98jR4Zdtjls2LGtRde6UvvDZ2Uhj5mSQ1HmroriLEtaywqPuPDG1rAor7AEPzOO+7AjaJbhv9L7AWBVDFAslaAyOGgE9rdmjViJaKEJ7SMmtP/fdX849nej/aPYY7eZh2rDLmPWkiAbLTQ6bhkCJMjogSACRIAIEAEiQASIwCoI/MeBl24eD5oDCqJrGrdhUcXMl37gohI5YA+rzKnhxlUbtByFgWDADQAKrqFXFzKIAg44CNeni+NxgI2bpTvOCTSngpYVQhgjOCTgeBotabDEPV6F4SlZiKC7apsfZPkyTlUqsLJwP8z1wm7P3M1kaB3tV8AR3EjLrKNtXctxy0rxZzGNqUxEYSisdbZYdj2sxJihSeVlmjCGZVPcfJxg5dY4yqj/GC4/nSNj7lMLGBfZznd4Xnhf0lXh/dCuJKZFuZfNC8v+R1EDcqHUjWSpEn5jwCuq+YNmwe9vufeq+WvyB7HbbjMPBRCXaa1PeJJyyNYEHR2bESBBRo8CESACRIAIEAEiQARGR4Adus0pfnHiVrzaKc3kRh9bEHavtj1x8ZU+d0x1i27WOmdyo+S+g5XCiq20/T7/lT47ZYtut29+MT1vSnXl79v34e+VRl923XReeG0cY0W/A7wCpWz+KzqvNb/WuSuabzu29vmu7PeR68L51Sa+4qRW+1q6Xpxq+6fPY/iK+/ob89y6usIVv39tUsSRMzLG49qZr+i9m/cL6ey32Rbg+t+cGo3uEVj+qFSQ8csZM8dT2fuxUty4zyNBtnHff1o9ESACRIAIEAEiQASIwDgIYB8yrfkVjJnjSJCNA+RGfCoJso345tPSiQARIAJEgAgQASJABMZHYI89DjxMa4uC7FgSZONjubGeTYJsY73ztG4iQASIABEgAkSACBCBcRPYddeZh3m58Ira4NJj5s599OFxX5AusNERIEG20d1yWjARIAJEgAgQASJABIjA2iIwc+aHDms0G1ca3fzw448/lGWmra2r03U2BgIkyDaGu0xrJAJEgAgQASJABIgAEXhLCOy++6wPCU9+sFGrXPH00w8teEsGoYtu0ARIkG3Qt5cWRwSIABEgAkSACBABIvBWEpgxY9a7vVzuXQIqf3jggQcqb+VYdO0NkwAJsg3zvtKqiAARIAJEgAgQASJABNYBgQMOOHRiFMXb5POlZ++997al62BIGmIDI0CCbAO7obQcIkAEiAARIAJEgAgQgXVHYO+99y5zr3M/xe0zj9x352vrbmQaaUMhQIJsQ7mTtA4iQASIABEgAkSACBCBdU5gr70O3Crf0XVes9H4wYN/uvOhdT4BGnC9J0CCbL2/hbQAIkAEiAARIAJEgAgQgbeLwIEHvnc/w4IfNo3690fv//0DY5nHB884o9smhQ7tS89owbgQtnUdTwpmhM6+s/vZx/Eqh0nazl/RgUGwZrNMtB6aT3rm8AU8pYb0RCLliONWNk60ZhNYB0d7QoxJFxmtGVfCcqltooY5DdTrrCef141I16AAi+/t7VW4jKOOOkrceuutBgCGWI1p4HXAhIYgAkSACBABIkAEiAARIALveAIHHfSBw5Vh10PgfeqBu379pzWZ8CGnXLBDxPiMJPBnJNybbKUvGJdcgGAMOOMGgHPOGQDjYMGAACM14yIdxQJb4Xd5a+zwl32WfvG3Ftyx+IZ5AsCu+Fxg1lqUC3gcMPebAWOZBWtZeg2e7krHsIwxZpnFI7ItPX54DvhmmIsAY4XlzC4z99b8GAOLa0/n6s6z2UgAJp0YRzzZhmxWxmH4mHR8PI6BmxgDZGuBGQYWX4fmjrzSo9NLOw54TjqmZRqAaWY4MNzLU6SWaTzGWIOna6sNWG2SREng1QL356o4fqTcCB/7zfWnLqdGSZCtyV8NHUsEiAARIAJEgAgQASJABNoIHHzw+4/gXv6GptGfHK0gQ5fkpU13+sBgHB2T7+l8T+zJniaA4H5glbHGaotiQTMLHCUEMIsSzGSaINNJTpy0vsu3BE/7e/zdiYVh7YLHc2u5U2n4O142lRVg3D4cBoAzi5MYfm+z9+44Y9HscTKpNV5rrNacMknn9o+YA0oY7sQdsxwsM5C9tt5b5uQaijo8zripZcc5weO0kJs96kCc7LB8askoi6ekn6NwwuOccsMJCobrdb+PnHeq29JtJFv3Gc5LC4PCzlFzFzEoeNMN32hlIZDCgGVKNSLGElPrLhReqw5WfrZdafItd/QeV28bY1llSn9dRIAIEAEiQASIABEgAkSACIyewMyZBx4hZXhDk7FPPnTvb0flkO1+6hc/tBT4BZ2bTN61IWy56TPQgQSe86HebIDnee5bfiooLGjQzq/BwEWUTNIaEC3JM/qpuiMNQ52AcgxVBHpdo3vFWbjjUa7xlhRZw8Hd4anewXlwy1f4KkC4Na94fyYTW/Kx7VWg8bWCz53MzD7HsbXWw5bYCpbgRPBKNtR0CQjnteFRHJi7J6mZhy/ooAmnEk1iIBAe8FhBNFirs0S9EBr9nVylcsuTX/tarTUEOWRjeY7oHCJABIgAESACRIAIEAEiAADokAVB4ZtNpT5x76pDFp0bs+NnT9xmwCteXt5ys0NUwLp03odGABAxBVpYSEzivuxjiGLqVoETJ5obMAy//gP4GgDDGce6Wa6cKEObaUWvHEfP9hs05tqPczYR7k8D+sb0CuhzDdtTLZtqZa/c+VFtdpZNowpxHi7ucFmnrd1Ra3fg0uNHIUAZiJUeh+tVuL9NjDmXLGPRkpwoWnWcgLQMSjKE5mAVWKL7Td/Ac1v6+UseubD3tyTIxvoE03lEgAgQASJABIgAESACRCAj8MEPHnZkEqtvau594o93/8/9qwIz49hjvUEIT692F0/seff0LZc0B0HlBdSZgojFLpnJ8zkwjSLIgMiSuVAEoKOEggw9GV9L5x6NZ1uVQ7Uy56r1OWicy8qdqnZHasUjGRn5AAAgAElEQVTHoTM2PqcrPX/FDhsmhq1sfShyOZeZ2HWhmmlW3Chf8bqKuZBNkJk75gzHNPnNrYtxDo1GA/K5Apg4gcBwCCwHqTksfeXN+ROs98vu/vr5D11//SDeQ3LIxvMk07lEgAgQASJABIgAESACGzWBvffe78iOcteNmsPH7/7dqgXZ/p88oWvp1Mk3VScGhzbKsmxCD5pCgc5xgByDKGmAjhrgoUNmwYUlYv0KV5LPhSymgkyYNGRwzA7VkLO1TA7Xck7TSOep9R5HH5MzlpXISAXQ6rdVhQ66szPHyzoVNLrQSzwOj2/LXRv1ut36uQINyo2H9wfvU8vBw2k4UcbxXirI50IwDQV5LsE2lXM2u3i+0f/8q89M48UTHv7qVx4lQbb654COIAJEgAgQASJABIgAESACKyVw+GGHHxkr+61qlHzsgT/+bpUO2awTe6e85unvyS17DhgIkpIsF6A/qUDdxsBDDkwwwOLrQlvwsi/7KDqwICKWkEBBhl/6UzfHrIGvswL/ByuGWHSS1vwVCyyO1SFLQa4lT2iUIYgjc+UwJHE8DuGQnDSu+Eq6GsZA8zTPr6FiyBcKgOlkzWoDJhTKIBSD5tIK5BMe24UDf90MgjMeubT3rrVIg/5KiQARIAJEgAgQASJABIjAxkfgfe/74JGcyRsjoz7+x7tXLcj2/Mw5U+pTe26pdMD+MDFfaDAFJhQQ8QQMN5AkMUghQCgL2IksrQyP2WTpT8uBYa70+nAS2ch0Miz25zy0EV3BnHuDn48wqFxRirYtFX2p29PaXIl3Nye8RirIsMAF5po5lyi7hjOrRDoAHttefAQFS8tZGzlm+/h6uEXX8PhDte9R+wxfv1Vdv7U2d30suJHVjlxmXSta04j8r3aWK/XxsnDRtMLiMDx0xtwaBYdYJSC5BxIbFjQUeIxDWebBDDZs8nrfc5srduacKy51eWRrSZ5ufH98tGIiQASIABEgAkSACBABIrDfAQcfWQoLNypmVxuyeMDpX5n6poQfxJO9A3VPEEZcQexZ0FKDthoE58B1KsZaagjzxtr1UvuXd27TXK52MeK+4GsDAZegG5GrAhgW8lCp14AFXlphEYyrNBjkQ1d4Ai/iQiOVdmIKM6SYJyEyCrgQwLTGuoLAmgn40gMs+h4zC1GW25bTzOVT4YYOUYI1MRgDX1mQ+IPLERwiCaBsWiSkXSy2hE+rNVpa8iMThVjAA6vJo7hDoeXEVtpRjJt0H7Yt05JDQydu3m4/VqPEkM9MYaFQQlb4isCQMe7HHzy+VcWylQeGo7uQxLTWfTaZtJhJWqly5YJ3WMhiYX68Dnfjcc0gpzgkrww+v7mxp8+5NC3sQYKM/h0hAkSACBABIkAEiAARIAJjJPC+ww4/EhJ1Y2LMah2yGcd+fmpfOf/9eKp/oO728zHXEHsajLBOkEksVIFhcCat4odiDAVOq9risOuVlZ/Pin44oeFyl9JFMG0hLzwQCbYn1mCMAZbzIWEW6kkTimEOlg70QS5fdPskk2mBCvzhHGJjwGQCR2SCLGACWCMGbFvNuAexAGiI1CkLlXHVBHGqigNEWPmQMQiTNPzS9VoeIcjSepHLZ5NpFFOirYrjSEHmnC+06awTnk6seRK0YNDA0vxSOIGFYsoJskzbIR+c24oEWasUP+7H9WS9ztIcvsypRJE17FKmKm95BzIr6d8msdJ7hnl/aau3MJEQvTL4/JYKTptz2Zd+R4JsjH94dBoRIAJEgAgQASJABIgAEUAC+xx48BGlfPHGOIk/sbqQxR1O7J0Sd4bfr/ewA023Xxi7IEvZt6oZttwdJzawLD4TUO1bChM7ukBFsfsMxViTGcgXQmgMDsKkiRNhwZI+kL7nhJjHBdg4FW8cBQ4DaFoFTpApAyH202rGqWvEPSdu6l7qzkmlUwco6wOWYHV5xiBwdpIFLJ3vXCwUjhjoiK5UFlbYKtzRCj1EMeRy5tocqJbj1crXwvdO6CiTCsrABwUWYm7BiNRFc2Kq5TZmzl1LkKFEdM7VkBFn01DDtvbYOBbm8bnCKZDlh4lUKKNjuOKQUBJk9K8CESACRIAIEAEiQASIABFYpwQOOvTQw33r3Rjb6JN//N2qc8hQkPXn4Hts08KBptsroiCLpAIrYcghQ9dH4AercMhGhsu1h9vhecIyyDEBlUV9EAgJQZiDSqMONuc5AVMIAhgY6IfOSZMgMdjUjEHciMHnAgLpubBC/CzBUEUhXOn20PPBU/Zlpm3OWjbFCTwJTgBJFHGZuEFhZXkmilDIgIUka5o2lIeG/dRcb+plk9dauWtOvGWNllvCB491fcqycERPuPDO+Vabuhf407GQBrp6KMxaYg8dslY4ZMshw/mikda6bhqCmDp9rfDPVvXEdkGGIjPJcuNwvalztuyjloaDosM2HIS4Eofs2c1jc/oTV1x8pxN46/SJpcGIABEgAkSACBABIkAEiMAGROCgQ//xcNVofrPWrH7i8QcffGDPQw6ZXtN64dx7761my2z1O4btj/38VDW547u1TnaA6fZLLUGGIYvoImHI4uoEWfqFP93ai060f+ah4IgU5Jl8yETJgiSOQ+57KFn8sJCfrIzaWoMNExQwGKaHAkhbl3eGoYsulyxzqTCEMao3IJTyz9Kw48GaPOPyBzGY7V3IIgoyDGPEHDSjAEwWzpeV61ciDRVEIYVl31EsYogkoLDKcsCcjuFY8TFzzjh3x7d+sKy8E3x4PDbJNgZ833/QZ+xzoDTj0r+u0qgdLHzPCUwMeWx3wHBuzp1DMYZDqaxASUYSL40OmcpUJa655ZClYzJYy4Js7uaxOYME2Qb0DwEthQgQASJABIgAESACRODtIbDjzJlHTCh3Xq918mFdqcydN1D9DWZv9Uye9MUH/3DnQ+2ibLuTz92kmS99L5mc2193yWIijHPIWjlkHjpLq3HIWoJsqFrhiGWjKxQYBl5sIDCwx9875jy+2ev7+ptvBvDa6wBBqEt1XZ8JAT+xDuZ9iWTA/MA5YZi/ljQj8HgaxshY6jZVBwYh5/m3dQbmE3EMRStzdybM7oYumRM5mLfFMMlKO5GFv6PLhiLICuYEHwowiSlegOGETqGlbldLlKEA5JhthiGRHLRN88NQELUEmQsftBYU0xAEwVyp2L8kRtti4H9naWVw3yAMoakTdz5uWIgEN7zuUEEPvD7mtrmQRSww0urxBqAwlw9PyZywVlEPjJ9EwZb8/+2dCbQdVZnvvz1U1ZnPPXdKbnITkkCYQQYh2ICAICqsRuEJDviWr2UICgiBgEkgeCUMIUEZImBCB3XRLeDTbpuVZ8vwHmorgh2mEGikAZmSwL25wxlr2sPrb9epm5sQIKsFGdautZLKqdpVtffvnJN1/uv7vv+HazQRyDdzsdzhCNkzMwScb2vI3pvvrH2qJWAJWAKWgCVgCVgClsCHiMD+Rx11QsHNXj82Nnzykw8//MhuB3z0n4Ox5glNv/Vi78xJv3BLuRWPH3LkyzAwoA48f1HfiJu7LexBl0U3t60gS0093iplEdElRh9Jyty2tUzGOTCU0OFmobGpduCmiwce3e36JbsprY+ItB5iee+RF+YueLl/+aJ9SaV8U02Gh5GcB1Ecg8fc2AFag1jUQeoCpbQbxU2jVgPXdX6hpPoqJVBwuPPPlJD9gZJRQSEXMShghAtlHKO0ib4goRTlSEuK17uEBQBQ1QQ6CSGOjlSarjhGNeA5LU3iJkgUmpSxyegCqZRqAehBFIdMkzxVSipCIs1oF+c8o6L4IS1Uq5jPH9GsN9xCqajDOBqRUnZqSjQhZMxkRhIoaAIOpjOioEOhRjU0HAlNjiE3UEQSIBHXMqZQiBiUJ9rnY1TPRAzbNWapi+JfkrI4Q8A8K8g+RP8R2KVYApaAJWAJWAKWgCVgCbw3BA49/vgTwmZzNSfkcw898MDv9zlgzoFBvfUzSaBnOBjR3X2TN2RKHSt0R+ePSanfrRUKq2V/4WjZ5Rb/u4IMkwJRFGyvjgmPuXGSHpiJ4IDnXg+fmJGHc5qRf0Ouo4SGGne7cesbz15w5Ya+5ZedwTpyK32QxMt4z0eRuNmjzoMkipsQ6S7m0JMpY1+s1+udOS/zSyDwlVZYz2S4dxwl/MWMw8JYk8lNGl+qKP1IlnLBOfuGpPBCFEdfjpX8mgsUitq5WjP904CR4/9LeF1BY3RBJLcwgDWa0AYFJQUhSgvJJOg+13OvF0qOSSmuBQHPupxJIrXLtMYgHpeecwIQfVjcDAakiklXuXOx32geWKlUbg9i/8d+GO2ngcaEwUP4qYi13lUDzFNaHYA1bdxx7qUKVnlSbeKSEsKAK61kwIgXcnl6i6ovYprleC0a0HbEMDEbMcJuu7b3OxQhU+FLtaemC7jw8au+fZ8R1u/NR9c+1RKwBCwBS8ASsAQsAUvAEvjgE/joMcfsz7X+BWj9/0SkfowJfDzSy4ZHR/Z0Ojx3rNVQLSFbXkffg4UZe98Ofb1fiPrzR8TdbikkYquUxR2JkCUpdskP//H+WG2BhkLNuB0KBUU3A8FI46Obu3d/fMrws1+PlFwBngMsEK1JIV247sJLb9z1e5cfrvPenTGlniTq9Fde9df0dfOpXLDeKOZP95dK0Ybapqu4w+ZnvMxvdKN5yvMXDQzutvqaogjUpA4ebnxk7kBrxq1XHxlqvaY7W8yMbB7+6IZ5A4/3//013/KD5tKebBFKDXnqH89b8JPZP7z2JJ/IO7gvf56RcK5QQBklf0tA/8cz5yz6w54DA66anLtWU3JSEERzXxqJ/3VGBz0ow9jBGvjP/3Tutzbudt3lh7LO0up6s/WKZNFn3Ra4lY7OO5vV2qey2exlT8y9cAkMDNBZfZliHAV56cLYxrkDranfv/wU1/Xucjz3lWYYn7DhjIue2G3lNScUeDZffXV0zXMDA7VpP7jiCzLnLq2rcIbAVE5CTfpjavKRflpNTdzbCLLUPTJxiKSmLQDmTboBkcGL1admxjD/8WWXW0H2wf8vwK7AErAELAFLwBKwBCwBS+C9JjDn6KM/L6PwBq1IJut6ddmMC5zT8uu1Iao4DethTHyac92+2a/kZ896Rc3q2CvudisTTT2wD9mO1JBNFGSsbUs4sTk0smBCAUamcoQf/Ir78KPT/Dlz/Ti6Ceu98opCz5i67bELF5629/Ir9w1dfSfN516MZfQlbBUdjI1d3qzVDylk8ytfu3TJ9/uvHjiy1Ntxr4rF2rGR4c++tujqoWkrllxBNXyli2X+9849Oy144M9rc5mOyh0dmdzxY9X6nElez2Ob2OjC+tjod2Z3TobO0fi0+y+8+LadbvrOqbHLr8+F5Mrnzll0/Z4rrj65UW/cFUXRGpElp3b4OSIK8NuM57E4ksc9P23XjdNfWPcTGUanECBnvvrta27dZ8XSLze1+EftsH8j1bG/jdws68jl7hRB/EmH0cuePHfhkhnLBibzjHtJS0afypXyNz932kXXz7zx8o9ki8X7HM99phlU/wfEvBTUmr9yNczg1Dnq2fmX/q73hm9fE2foxSLLTG0cCrI0Spa6SCLflPdbpSy+hSATKMhmSTr/saUD99sI2Xv97bXPtwQsAUvAErAELAFLwBL4UBA44GMf24UxtovLvTIE6srR0eHp2gWoR00hwak6nVPWqY7+NcU9Zn+6PtmdE3e7XZiyuG1j6Lcz9dhKkLVt19Fm3QRg2s6LyhfQkStAWKsdPHzG4rVTVi89W1O6oiUEZCWB/ojftPa8i8/Z9fLFB7mdhVt9UL+R+fBb7nChID04iBBdjAL/+ZcvvOzR6Suu2oNIeV/Wy/ynA+LE0SAkNJv5VbNWP6gC7mAulzukVmhuCkP3ygJz5o3Uxw6p8ElP1Lz6Qqbh25WIhv0Nffa9ixatnv2Dq79EyrkfMV/8Aw+i+a1WPEtqdXYUBms3XrL0lt4rLprV0dV1t1KqM4rF5102tBZ07+lBK/g0leKaly+95ndTr1hwllcp3SKo/i1o+jnlhqSTVu6qj44ek+HeZf9x3sIlO333O0fxgvcPG4cGp0yZOvUeh3qn1sNalyvgvlw+H4goOjlqRq8LIRbnXC/ry+DKl88f+HPfbVf+wCf6TOWypIF0ezMOku0oZBKZfGPtHh6faHtvBdmH4mttF2EJWAKWgCVgCVgCloAl8EEjsO8hh83xR0bvpkC6Ih00Y61emz5z15VCZX8cTNk5qHdkfxL15z8ueryO7QkyLJKiKmlArAhtG3gkVvJbemelKYvJsbTvVZpGR2INZTcLcd0/+LUzFqydvfq739y4efD6ck8P2uG/XG6JC5+av/hne1931Ukxhx/wTG71UxvGLtl3Vj7bHI1mRlJnCrlCToJ0WnE4I5/NXutoWKfr1RNjBbTusv8TNf2D+4udrxLufCLqHH2pPpa7EsLw7GyleIQaoeuaBf/b1U2DC2eXJ0VTA/q/fjl//h07r7jiC3GO35knbksE/ikl1n3viP9SJ6Ou47dkF/fYNzP5/NfCOAJCYJXDvEuqNe3nsmE3aQUuIXTvXL6wfNhv7JwpF38rIvE5XiPK63F/Kv3w2LyTueyxufOWzL7xqpNozv3RptHhYv+M6b/JxvTzQ7Xh3pKX/WXQ9HdShC+MevgNncOy6AeiEIHwvHL+6OG4/h2ddTsxOpYKMmO9324BgMdM02nx9i6LbyPI1s+S9CIbIfugfbvtfC0BS8ASsAQsAUvAErAE3tcEdvnMZzw+OPhz0YqOB6VfKZay9+TK+dW/v//XxlxijzPP7wuKnavCSe7hosstC67fECF7O0GWCLVEkGFt09YbuhECeJKZxtD5mB7y9NfOf3j/1StOi5RYGYMaqjdaN+ZZ+Xtlb70aETOuBUq+SQj/J+U1T2WtYg/j5CrK+bGxkgwctpExlh0ZGtylM198MKP0ievOmj+0+6rvrdBKfTUnyc+lr8/eXGrqLCv9NOvy40eqY4dtPGfxg/2rlp7WmSvc6lSDR7tjfsY98+Y9uvcty08JPXoXVXQMpDqJETqqGZwOCnq46+wkpZwzuHkI3GwGHMe9SXJ+GfX944qZ3DEuYZXYDw9q+M2+TCkHmtNfh4yd2BiM5IypxZ+NDA4d61Bn8Z/OX3TFXrcs/2JTRT8Mic50dnc/MDY4crLjQE93tnxvq9GYRln2PIeTn4ko/IoQck9wWFdTBEeEHhRDBqA9/m4Kstj/8+hTOytuBdn7+ttsJ2cJWAKWgCVgCVgCloAl8IEjcNCRR05uBsHdIojirON+94l/f+if2oswzaF3/p9n9TY6KyvZtI6jZKdbTl0W0fAda8hSU4+3ipBNFGRY17R1HVMiyHQzhoqXg3CkfuCmeQOPzrp+6XTmwj7M80ZosfrI0BC4DqWnUO4ubQV+T6XS9aLwg7Nnbmjd+3SZHsRd58BsLkfGmvVXy5XKsa1a9SyPOr8rSXHCk99YOLrb6hVTmtWxfcuQ/+NTF1wwsvMtyw4NZHx3ppDtFEqe+9LLzZv79yx5dND/mw6aaeYD8sQfLrjA3+vma04IGPxLxs2+SIQ8zo+aDQLOHCWV5zjM80W8S6Wj8oXNmzfPKneULul9aWzZ0LTOvVojY/vkchkJkerMFHKHjkaNL0lG/lDO8U9u9ps6R7K/cDT9JANyyfq586/ac9XyU1pa/qgatrK9U/rucTP6S8MbasVJXv6PWohJGS//2c2jwT05Eh7KKJ8kZER5KTu5yeXJdR3PaRFpmlkb1ih83+GURf/Po+utIPvAfb3thC0BS8ASsAQsAUvAErAEPggE9j788H1pNvvaunvvHdx2vrv83cKeVq+3UvVkP6EnCDJsDK1A/bcFWdoXC1MXUZAV3BxEo3VR8fJfJqFe36xWdabY0arJehY4m62Z/oym+kQRqT7OuWkEzTV50mV8ldTqARnHVTeXZy0d9slYnOdXG1+cPmnKuvrrQ2eWM5lKLQ77Stn8vwVhKwwjvbNy2GKnkPlELW5BudLxbKNWH2CSP5QjRPFY7VN0M7vUmmO/0Z53OOf8hjy4D+dcZ+7GDWMvep7MEdfRtZBXJ+XzIlKNr1HKLpEgryUyuj1WmuYDlww3GuLFgYGx/a4b6CCTeu8MHb375tHRL4NSum/SpJs2vvTK/tOnTr21Xmvd1BD+pzLlwlWbRofZtJ2mPz46NHwulapjWrn79uZoXTiEnVaE4gOtZjMTBiMsqzL+IwsWVGevWrafzrt3DIrm7uiyiKmKmHqI2gyjkUZVvwOmHlaQfRC+yXaOloAlYAlYApaAJWAJWAIfOgI7nzW/t1rMrmR9xaOg4pVjKkAwBYJJUG2XRdAaqKamLiw16kgqxQCbGWOb4/GUxYkRsmRsIh4g1pChHFwgf6ISxhhwHcpYE06L1HNnDo1tzmdyHjjcgziKwAEOcRBCIZsDzvkzURyNKuzO5fJ+IcQUHURQyRfBUWptHIRTNeN9kYjXEQ0jzOF7R0p2Y7PqQEeAfb46iiUfong9FZpmubt36AdesVx6ptaod3ZkC1WxufV1rtULnPPLQMPhSiva8v0fddHc8iiv8kKST4cq/NeCmz8uaPnnUQU5j/EhoeIlj81beP+s1cvPj7L0ukiKPxXzhTDw/X2VkNBZKkd+GDwrCXS0orBfMADHdSHruM96mhbCkVo5Q5z54Ri5s6uUOTeqNz6Xo05OyHidYt45j5177uaZty+/fVSIUyNHg6IMKMVWAhSoVuZ90USZ6Nl4iwGMUrY/qchgvGk0aR9VOmlFgO2osYlaSAQKsp2ke9GT1mXxQ/cdtwuyBCwBS8ASsAQsAUvAEngfE9j79EWTNvcWb417nSNUkZeoAyC0AMKU+aGPcTJNtYnC4E9442pvfuGjzEJRgMcVSIrhGmyunKYsbmktjMOlJqCUAi00oFBJemG1Gx0TAo7HEzv39h8tlRmvpDR7IaXpv0VY0oeLouTQGkAqAKXNcRyX/ttxHAA8pvX4fVDg4XU5LwNaKQiCABjnUMkW7nN9/RWPOhkQ0W1aw9G4qv+ay0CWN5f7onAAUBo9/fUL/rjHDUvPzjjuDWEYsoznPRf50VfXX7jgwf7Vy75fVeHZsRTmuSi6cJ5xHEMkYsD5mHmjmlIaRBACxBKKXrbamS995plnNz+8x+TCjVrpuVprbBG2puXyr+I8NBO/8gkcJJAxZeb9IMBAgwTQFASRoFFhAQCXFBwF4MjkQ+c7AJIocAgFIWLDF//N0QkF309NgMRaxION9ZXR5kUvXHudtb1/H39f7dQsAUvAErAELAFLwBKwBD5kBDBC1uzp/fu4i31clWmZMgJCR0AYAKGYtCiBEPzpj85+KL0SIZaKMqaSCM22goy2wzLj/cgo2rQTkOgQiBE3vIsC4OOxHBSAeGf8Cx+UPA/3KAtxj8fT87gfP473ookgwz+p8DHiDq9XClj7vEn3oxRQ8EkpgTEGee7WMiGZ5zbcn4qc308knaGlahAuX1Ax24UTfTVoeDWO9CKA1pCbzX2ERDIvFdmQL1Wq1bB6jO+Sa1skrsQYp8LncmbmK1BMKgkMGzqb2i9qolNEKDOHDHcg72Zu4M1gGX60hKK7A9Eu4fCfijAWgf47QfS3IiWJcVnEKBcloJEnClKA5L0xgkyDIwlwRcFFrTZBkDEUxbheCib6mAoyiX3NYq3GntuwfndevmDd5Zf/XyNGP2Sfc7scS8ASsAQsAUvAErAELAFL4H1J4G/mL+9dr8dW8+nFI6DEi2jmIUAkURiKKXEKKElElIl0kTRKlggzbARthNoEl8UJ7bLGe2WlYqLdN9pE1vBHf+rKiPfHc3g83aPoYCi8CGZFvvF8Os4ICLSBb4u99LUBjsKufRzFF84NhYkRhe1IG7pI5oG/ziX8i1TqeczA1KAdDTCFAHyCatjT8zwI/OB+AuR3lOh6EASsUqqUgyjczylkjhyJWvkI3RBN8DDpEWb2bWWTCkPE5GLaIRAw/d2AAMeIVaTXaK3WCqVamJNIOe/SFOYIUEfGUiYOiyhU22mH6X3NElHqpvwxldE8PHlfMJVRUp2IN43CkIODTxcYjcRWBhScAHTr+defnEnzFz55xWIbIXtfflPtpCwBS8ASsAQsAUvAErAEPpQEdjrz/D4xuXtlUCGHq7LboV0CEQiQLImMUSWBA0a0iPnbRLzMPklXJO1IGNYq4WZqkybUMCWGExqE6Vycxl1Ukq6IqYYY10FxxBwT6cENX08UVanYmnjuzd6MtNdWeg8UPOl1KMhQaqEgM727GEvEWiyAYzZgu6k1HpuYTonXizg293Eog0wmA/V63VzvOS4EMgbpcVAmcJgIoXQt6ZqRn3ku1mxRZtIG07RM01bA6CWMEmL0C6OTmJqY1IWh2yVh3ETACF5nxFdq5zFu62GOJGvAXnFbYlwoyPD9wUihq1lSD6hwRljJx8HxlYheHFo/TWYXPHXNJfckcs5uloAlYAlYApaAJWAJWAKWgCXwrhM4cNGVfcMurGwW9WG6w6uEGQYhERBzo5iASWXSCp12SAYFg6k+MmIM90k8DO3yUYgwlbSE3trcAyM4GC1KolXj9WPGWCIRHYKnDae3LDkVVRPF2bZAth2zrSAzKY7tLU2VTMekQs1E57D+rL2NN1A2boZJXRuexyhZtVoFIQR0VzrB9/2kJgxr1TCN0KR0tkVlW3yiAEvnb+aK4qt9T+QwHtVrp2SiCpNYG4ajjIjF1Ecch/PAe6XEtuyJNnYr48xRjKF5CN4LUxcVmn5wXAPWlmEEjYPA6Cbh4EoGtClq/suvPz9VuwueW7r4XivI3vWvnX2AJWAJWAKWgCVgCVgCloAlkBDY7/yBjte0fwufVD5aVbI9Ud6BJpcQOtLUhhGpwQUNXGLUBOVGEiWbmHKoCYW4XVaG4iCNkiVPSISOETlYi1rnGpwAAAbMSURBVDZBkJkYDSEmehObdMhE5OHNcY/Px4eZebRfozNg+trUtxn3R4x4oQJB4YdRr0TQ4B7HJ3OgIGVsBCTjxESHpIqNaMEhKKa2F3kylV9EQxwJ4A4DRrnZN+pNyOYy0Kq3IJPLtleaCKd0Hua5OP/2fJIKvC3zweM4X1Ojh6KqXR9mzE/aUUKTZklx7m2XDmTZjuRN/AyzNKqIPieEQIw1gADgiWQUCjKhAFxJgWiMeTJwiYfpikDrwXD1pVef7KOZi1/47pJ/t4LM/u9gCVgCloAlYAlYApaAJWAJ/LUIDAzQjzTUGb6Tna+6SjOCEud1T4HvJkYdVAlwUIApCQRry4waaIssSMSX+cFP+LhQMz/oJ4iG8Z5kWJzVjiDhmDR6lYioto+jTlL20BQEI2rpHiTWkKGMQEG45Tiel8ZIIxFOqKzQBoSYwrMtrzlzzHEcn2TzoVDCdaDJR5JOaKqx8D5tATdx77qYpliFcrkCvt80wotzap6TRtCSNSQphEkqZzJPM4/E68PME+dhFCDBlE3aTk3cAmx7Ub+tjm0jyExDgjTdsl3nhzVnpl6treMw4okRMqz5QyMWLjlktAO8LkGNNjbQVuOufq0Hfr9sWd0Ksr/Wl88+xxKwBCwBS8ASsAQsAUvAEgCAIxcMzHgtoDfQrq6PBSWnp5nR4GdQkCVGECjIuEoEi0bnRbTDx+gVCg8jLjCahUJoO7VH7ZRGBJ2Yf2xBPq4rtAZXc5OMlwqPbevI3uyNMmKofe+JomXbVEWTKol1Y+30w/R+W9IXcV1v/nHAcakrI+6xebVER8f2cWM/0r6/uUs7VRERplb3KQNzesKzEpGKcb52LRm6SbbNTTDlEeee1ruNz3s7ogzPTTRdQaGGtXHm3oyAcYA0RiocPEHBiyiw0WgoGtz8wqQ8W7D2iqW/Hr+//WZYApaAJWAJWAKWgCVgCVgClsBfj8D+8waOCYvFJWNUzKQd2bLMuhk04nAxFVDE4LZT9zCtEJ37YipNimEaLcMf/2jpjuYXaHoRhqERKC5zQcYiESVJzKi9qLZbY7veDIXD9lLxdpRAGoV7u/Fv9gwUmNvWf+G9JtaTmfm3I3mJ5mqbkphxmIq4ZQ1pSud45Kp9XTrPVE+NCzMjcDF7MnFmnOg2ma4pdaLcdo1GbCoJ1EnsVwLfh858CaIgMMKQORQCGYB2GMgMN9E7Uo9AV4ONcqg+2MPZqklZ/sNfDwwEVpC93SfInrcELAFLwBKwBCwBS8ASsATeBQIDAwN0TQM+XiXqdFoufGxz0Mq75TylxNGB72uHMUIUIZoQIrQWgoGWFLRKnCpAy8g0XMZmy7jlCwUUZ8SvN6GjUoGw5bcNKdKMviRElIoPbpIR33ybKIS2HZW6vG/36kQzYWewrU5vlZhoCsVQjmE0yjhq4DJRYZG2IKN6ywRQSzHMqDQrSTYClJkESQwXtt0nzbm2zjIZkvh6gnA0Ph3p9VpLzMRMLRMnzjUx0jcRSNOgWyiC2JMh7XlpygGCGCvRADpyJWgOjUKpkMOoG41ESPP5HNSjuhqLWiLreNL1RejVxbNTc+U7wrF4zdM3DzS2fei78DGzt7QELAFLwBKwBCwBS8ASsAQsgbcicOwFl0zzHfeAUQd28V02o6FllngeRTMKU5eF9vBo3q6J0tLkMWJNFxYm6VjEkMvnSdBqQRAGOpfLgENcogSm4qH+QOtBjaLOCAcM1QhUEm1RN+6hn04Q8yDHty0uiOOHkoK2CS/bAgmFDmoXs08kENrFb7Vt5RyvNRXJtbQ9HrWneZ1cZO5hOrEl8s68TqN+Jl8Te1Ans6XErDVtCGCObT3PLRNJHEBMtE0kM063toDDYzQVbkm/bCXxnEQpprWx2qegwjgGL5MFRakKqg3SXSjrRq2BDaS1l2VQGx6m5XJeKw4xD6NNk7X3XM7XTx1TgucGBgbeANfa3tv/JywBS8ASsAQsAUvAErAELIH3kMDJJ5/MXthrL68KwLva8xjLZnX38NaTcnK+HgSAXgDAfbr1Qg8MwtD4a97IG1HSWWiSkfa/d2R5TqG5HU/BHbkyGRM38jukLbb3HLda0l65pusAFP8dlWtk4v3wGjw+cTY4Jn3um91z4pi3Wsm2179xLa+PXy4Khe2uM+WOA0M6RAu5nISNG+NHVq1KGqu9ybZD0Hb8bbAjLQFLwBKwBCwBS8ASsAQsAUvAErAEdpSAFWQ7SsqOswQsAUvAErAELAFLwBKwBCwBS+AdJmAF2TsM1N7OErAELAFLwBKwBCwBS8AS+AsI7Ojv878ovfAvmJ+99B0m8P8Bxas8kZfVFwAAAAAASUVORK5CYII="/>
          <p:cNvSpPr>
            <a:spLocks noChangeAspect="1" noChangeArrowheads="1"/>
          </p:cNvSpPr>
          <p:nvPr/>
        </p:nvSpPr>
        <p:spPr bwMode="auto">
          <a:xfrm>
            <a:off x="155574" y="-144463"/>
            <a:ext cx="3980589" cy="398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509" y="2865467"/>
            <a:ext cx="8267700" cy="2733675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091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US" dirty="0" smtClean="0">
                <a:solidFill>
                  <a:schemeClr val="tx1"/>
                </a:solidFill>
              </a:rPr>
              <a:t>equirements: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2356" y="2465343"/>
            <a:ext cx="3305951" cy="34163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Trainers: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Setup </a:t>
            </a:r>
            <a:r>
              <a:rPr lang="en-US" dirty="0" smtClean="0"/>
              <a:t>class times </a:t>
            </a:r>
            <a:r>
              <a:rPr lang="en-US" dirty="0" smtClean="0"/>
              <a:t>on their schedules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View client’s progress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Accept client’s class requests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39885" y="2465343"/>
            <a:ext cx="3305951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 smtClean="0"/>
              <a:t>Members: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View their Membership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Track their progress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Book classes with trainers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077047" y="2465343"/>
            <a:ext cx="3305951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 smtClean="0"/>
              <a:t>Admins: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Manager member’s memberships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Manage member attendance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Manage trainers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576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225" y="336098"/>
            <a:ext cx="4351025" cy="2283824"/>
          </a:xfrm>
        </p:spPr>
        <p:txBody>
          <a:bodyPr/>
          <a:lstStyle/>
          <a:p>
            <a:r>
              <a:rPr lang="en-US" sz="2000" dirty="0" smtClean="0">
                <a:solidFill>
                  <a:schemeClr val="tx1"/>
                </a:solidFill>
              </a:rPr>
              <a:t>Use case Diagram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52947" y="128187"/>
            <a:ext cx="4529614" cy="64609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425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Feasibility Analysis: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AutoShape 4" descr="data:image/png;base64,iVBORw0KGgoAAAANSUhEUgAAA2QAAAEfCAYAAAAukgXjAAAAAXNSR0IArs4c6QAAIABJREFUeF7snQecJUW1/09Vdbpp7p20ORIFFMlBZFlEMCH6EHgElSTw5D0VfAayI4a/grAgGRFEEZUlSRAQFVBy1keStMvmnTxzU6eq+r9Tfe/M3WF2dmbZfSp7+r21p7urq7q+fS+f+/ucU7/DgDYiQASIABEgAkSACBABIkAEiAAR+IcQYGON2tHRwVPPVjLVWGecWBUsxtMQZcA2N5UBBCgHbJBaMcG4xrP4N+7xuPHvxmtgJz1wJU1bxYW5lwvJlBQa91ILc40pvFxrJ4fb1a+Nd8zxPt9o7epjjHYtxLnW5iwZ1/g3V5wprjQeGxb16zHXwkr4SPxbK2bu4TJhp5I54/HQ31ZyDjdLAlcsaasF42YcZGIDBEIynyEfC2IZ+xaL+mJpFzvu6Rj8h3yyaFAiQASIABEgAkSACBABIkAE1klgrYKsY/7JU1qspo/7vcXdHaVnomawpMVBpjRoFFwBMJAqVCiuxNsG0gCaAZj+G/82QorVh2UMhBq6V2tzyQgO0LVGTOvG81qBZhwY7jUDjSPj9aTf2r1jTLux7cj71hi/3ofSiQCqzWVk14yzt42/xhgKb8e5aK308FwZsESEIqURG0o2RGGus2TDTjRjeAj4v6CBA1PM4Rw0UywUjEummUb5p7UUSkWhFfbIgvVkUVX+8J0HLntxnZ8GakAEiAARIAJEgAgQASJABIjA/ymB0QQZ+9G+XznA7dOf5aVwl6y2mrxYZSzJXK6EZrFjZATwQGstQTHPaINEsxhhVO/THKOaSuRVIipqs0tEV6JUMEZWv7c++UTFoO5IOnjbfY39aAYMNMdwmgbNGYbVQHONgmXEMZ4feR3b4X14P7bH45Ht6seN7YCB0gzvA5RQZq9r+7GOGYBRk8kcxRA7w6M+r7oA1Cg7h0UsM49fU7SCaSZQmYJkMQcuUR0Ck1xz1GQqtKTfb1d6+lj0atP0qQt73IFbOu65hCJm/6dfMRqMCBABIkAEiAARIAJEgAisncDbBNn39jz1yJayPjkzEG3ZIq1JfLAKTqTAUQqYZMCVW5NSASimgHGMkBlRsR6bAq50LVa05u31KFpN0I3aN0qVJJqEmxFEG3zPGMbgRu+XgUIVBByvJ4LubXuG0cNRzmN7fHZMxhwlSDY0X5RbwxHFxugiql2UX7G5HvOaLFQomDEeJyGwY5CTM9DNfL9oWy/1FZxfLEv511z+4OWl9XhZdAsRIAJEgAgQASJABIgAESACG5jAGoLs7D2+tnvLoPp2SyneOTvgt7UqGzKxBldqEDICoVD0CCMkgMdGaGiZPBGuljJxognskzvVqIJsPPNMhEwibCYy7oZqj6OjKFp/OZqIsbGeZ10cLC2MIFVmeR0HIW0wUTumwBcxrIIiBIUUFD3HX5XhTyzN64sXPHnZbevql64TASJABIgAESACRIAIEAEisPEJDAmyb374m/npfZlzCj2lQ5oGqrNaJQe3HEAKbSJMRmFkxJMGCyQ6bQgJHDQ4ihsxhMLELBobsccFVvWcw5F7jA4pXINlVljVsxjHP2kcCwUJCqK1jf9Oz4/1/EYIcZYI1LVsY80LuWHKoRF2DTmfjZzWRSPGxEkTZVMox8BWDliAcTkNISgoORL8jAW9wKA7Z/ctm+z8trtFf2/BfQteX1ffdJ0IEAEiQASIABEgAkSACBCBjUuAoZNiR0eHunDvc/fRb/Z/dyvh7Wat7nMmWTbYlQAc/JlvXCpiXKsEKMOkSY9TwNFCAqNnE9dSZlZG5vGxU/bGmj6KLVvxoYVXGxfV23vH5zeickyvyrU/FaY6oqfJWLcncnZ4w+Vy9S0ZH99HIuqMIJMoyNBrEUCCAp/H0KsjiNMZ6M1n4CWv+j/VKd6F4oCmn+N7/79mRuMRASJABIgAESACRIAIEAEi0Pj7vvb3BXuf/dnUksrpkwcq27aFCprBBlYNwdE2JikCQFxbS2UZiYCZihrTDXEd1ShE68JhpKBobIq91gxB3tZD47qp0aJM9X4xSre2lEFs0yhgRnvxYz0ftl/X/RNRNKONlfT/9l7GkwaJYtBEyGrO+Bhxs6QN+MZQkKGADkCCb3EIuAudLoPOGfne5Zngyt5scP5FD17UT18GIkAEiAARIAJEgAgQASJABP5xBIbCLVfu8+1j02+Vv9XeX5qdr4aQiiR4ygIO+A8389PfxGFQApl0PXMe/zcRZY3WF6KWSsc0yra1WW5gdKt+HeNF2E+yF0YGDh/Xz4/cJ+MokzYpa+Jsw1t7jP7843ltjSJsNHE3zHB0UxKc79pMRYygHWFsIhSKMfyXyF0UZBHnEDEXulwBnTOb/GWp4IrOVPDdBY8t6B3PHKgNESACRIAIEAEiQASIABEgAhuHwJAg+8kuZ5/Y1inPbu4tzvBKg9DsOKBDNO7wkpF1mLgJmi35C8XA2tZAGallFkatfQ1ZslYqEXfJHiNuyR7PNB5jOt7ox1iYbO1r1+rPsb5rycZ6/vG8ktEEWaMww1V5Y7lDIo+1uzwOG4okEUvckhVkKMjw/0ImIeYcJGCETEDXjIJckosu63SCb5MgG88bpDZEgAgQASJABIgAESACRGDjERgSZFdtf9YXs0uD02b5waw2FYEOSmAzGyQkNuqgA1w91lAQLElWXFtq3Xhs6xNpVy8qvabwSGo9rz3WZezk0WQELeUbtpHpjY2pj6NhXB8zkcZ+Jrp8bGSUDAVZfZZjveZRC8YNleRWJoU0iVUmEc16DDPiChTnoFQSIVs9Mw8rmuSly1qjby24jyJkG++rRT0TASJABIgAESACRIAIEIF1Exj6nX/xTueeOHm1PmNSd+/slqgKTRYDP6yAgIzphUMVBERDa8bwh78EAbFxXXy7LBuPIDNrnoZWaY0uyOrCK5EYKDuG26GUMUKkZmqx7ulu2BaJS+LYphxjjZisxUtMUkyZ6DE2HGvkhpIY34BZLcaU6Qd0InBtrO/GkVgEwAVo6UCPY0HnrAIsy8vLelsHzum476eUsrhhPxLUGxEgAkSACBABIkAEiAARmBCBIUH24z2+f0LLW/4ZU3t750xVCnRUMrEWzVKmQ6F9YBDVDD5QAiSCTBpBlki2xohWvaCyNnmLo0e6uEZZh6mJSTxsTbv3JNkPTe1HO19vPyTIRhRm1mh9iIWrxyjMvLaCzeM9b1wScdz1LEiNVBoLQ69NlI0mxpA4MsCVdhpiI8ZMX5C4TlrK9J4wYAy09KDbZtA1uxmWNqvLVriVs3/w8BV9E/q0UGMiQASIABEgAkSACBABIkAENiiBIUF2wa7nnDB5eXT69P7BuYVKGQq2BVGExulpUIwDM4IsrllumApkoBgDoTHG83bB1RjZGlOwYE0zFA1Kr1EguW4GYrG3F3425h0mYsQTsWFqmK2/MFpnaiSmRY4QfHiMz72ucbGEG0rO8diCrDX9c62vHMVXIlhRmCaCLHml+F7wfRlxibXepAddNoPVc5phaau+dGnep5TFDfpVos6IABEgAkSACBABIkAEiMDECQwJsh/tdsYXWt+snrFVEM/NFAchI2xQEtPgXBN14SpxWax7IcYM/Q0BbPPD/+227bhWamSWXX0wXPeFPWH9LGly/rSpx4UGGvVoEJdJXKxe46t+XtcKSdenKrAO2YiB1rCXZ8mojW1M0K624fl6tA1PNV4zkk8PSykcJjEqGV47F7PEVKSxv7qwQoEUammKR9f7QmpGwJrIWpLyaJ6v/jy1/bpKu9V6NCYeKMKGBVktcmZEKj5bDBpTFpUFXbaAThRkbXDJsly5g9aQTfwLQ3cQASJABIgAESACRIAIEIENSWBISpy/4zeOn7I8PmPWYGmztkgBw2w3/KFvJU1sieIBpRmKKTTBTwQFHqMgq1cDGxYWLInYWByklKBVaOpjOcKGUEdQ1gpCW0MZIlBKQR5s0HEELnPAsxwQkYS4ZnzvOi7oMAKbW1BVkRE43LZMZAwLU2upwGW2eZ5IR2AZj0ENoVnzJsC2bFBxBLawIZIxMIGr4RKrfA+fXmHRawaWbUNVRhApCY7jgAxDSIMx1gcONsSMgbQ5yAhTFWPAEszKFjAQVcDilhGVHu6BQVENgOc0QdGOIWAa0plM1QOeKnf1QpOXglKlDI7lAJcMYpO6mQjcRLBxiEy6ITfX1hR8SYmBuuhLShDgW8CFaEkJAIw2YqqnifxZGopxBTJeAVaBglUzCnplM/x4tTvwbUpZ3JBfJeqLCBABIkAEiAARIAJEgAhMnMAagmza8vD0WQOVzVsw001iNIiBFkkEzIkT4/nE21AZQZZYbNQraSVRI+ywFpMygixiGjjnIKQETEPEvnw040jbAIVM1M/CV0Bwno0Y95hwuG1Pe/Ot11JTWAGavDRgiCwKAlPo2GIW+DoG7ggIZAyxjCHFUeYxiFUIHjiAa9d8jQYkLliOgGoYgSM4KBNxi8Gx0xBEPoSgIWM7RmhqJUFyBj66SwoBILgRaygQm5gLSmGBZbT99yAUAJxbYEcSBBMQcgmRVuA6DsRBaCJxAgWY40FX0A+6OQfO5MJ1feXy5YFf3W+zdPMPVr21GFLMBc9ygSlmng3X0iUJiMmGYhTpxixJ5axvuO4Oo2rDgiwxBjFnMBqIKYo1QZbMOALm2hCGMXQ5aHvfKpfn1I9Lc6JzO26nwtAT/8rQHUSACBABIkAEiAARIAJEYMMRGPqpf96OXz9u6orojFkD5c3bIg1MojxgoKzIjGbHzIiiJL0vEWSJZFhTkA2vg0oiZCEaXwiRmEyoRMqhGGJNadCTcguWW+Ufa8eOo2I1ykaWpZqcudKPjuID/gluKRT52AZHasikMjBYLYK2bbAsC/xqGdKuB3GYPF/aTcOA3wc5Jw+RiiDENVU6BsEscG10GUShBFAOypASKNY8qFQHwanZlHDXgcHIB+HYEMcx2JpB2rLBDyqQ83KgLA79pRJYlj1k1Y+RPUy/dCwbWCQhUjFAyoUgCCAnHLTagHLWgkpL+uv7vfHjHy3c4ZT5Uwfl3VZ3KW2FEbhgA0fOigGmaCbRsUTw1qUtrpcz7om1re7sOCzI0Gly7YLMkLAtiGMFvSkHOqe3xG9lgot62krf/eEfrh7YcB8l6okIEAEiQASIABEgAkSACBCBiRIYFmS7fP24KUujM2aPEGRaJILHknVBlpQyNhEyU5B5uFh0PZXOuK/XVpaFqCDQ/EMmsoExbaJMYcqCsC3zpd0XXXzpA/M7rMHVKz8gOQwc/OJVf71uh1MKUyrhj2DFwPGTpQPcj2BAlyHF09CvKia9L2enTKqibdvALQ495QFwuA2RCs31AGLIOhmwNYc4jkAKDuW4ZNIM8V8APkxOT4LYD0xKYOwI6K0WMfxlImIpZoHUPrRm2qBYLgFYAkIUYFobQRhEgUk5VLGErJs2gixQMZRtDOop8MIYuLCBtTXBYME67eN/v+yHl7zvuI9N74ffxUtXQ5OTAhZKmOS1gIXr4CKJ8sxEv1CQYfTNcH5bymISHWsUZI0pi40RMnxvMYvNOjbLdmGVAOie2RYtdv2LVlp937/o+Z/1N3xghpb4TfRDRO2JABEgAkSACBABIkAEiAARWD8Cawiyycv802cPVLbACJmIkwgZcExMBBAq8U3ElEM8g4IsWds0LMgwXQ+jaI2CLKrVfWYyWXXGBAMUaVVPQLXV/eq8xZcvuPw9R+wzXeR+48vI68/bh530xNW/XzjrmENnsOyvS8s7+dTWdnR6vKO/WrwrlnGv5nxqOpM+IqhUP4CCCAfVufTt1aB6V1Y4g1nLyUMMO7tKHxMPVL2K9AEmNT8WCv3zav/gKhegrcnNfSKq+J/GSBjOwy3ken2lbqxGwZNBUK5m0um2tON+qjpY/mjkB9A+bUrU2d9/eqhVKxP8CEezO1ms/zpj2vSTF732+k5tLa0lH+QvO4PS43ba8fOx1ZrPNx3R6Zf26mti3zr4lavOvXj3E/edsTr693aw/x6B7nO0+IDbH3/Oi7knqwG4TNTMTSTYHFMlUZolhaPr68hYzVAkEWTJ1UZBhu8nSQ1NWkiO6ZiJHf5KrqF39qTgBdVzQTAl/sF5j1xbXL+PDd1FBIgAESACRIAIEAEiQASIwIYgMCTI/t8uXz1uyor4jNn95c0nhYkgwxQ6zUzSnKm3ldhNJAl10ZAd/doFGUZ4cA2ZWZOFxh4a10NJY3IRZR3wJ3mnznv9souu2v24AzK9/n19Pf0gprb+18kv/uKyO+Yc+6m8tG+u9g1azYWWjkoAF1TlAJdCT666k5dlgr58Jp+5umf5yk/m21t/pttbTtn/mR8O/G7WSdtOivVi8MB2IX1H76Jl83KTWhcuF/rk7IpX+1e0T5trQ7RyVn4KV9XwtL6V3ad7ngeF9rafrC52f62Ju7qSSuf6l65e3TSjKZ/lfMFAV+/nW1tbV5aB79oT8AHhlXfa3m16YovXLwkfbjnuHrDEvn3V8mGfLN54B/qY3ASHivb527HcW91fLOl4QZejvnvoq1d3LNjhmML74rwrXmju2Rc6YowMpl7tPCfjs7P9wRKk0IBE45qyCFzuQWycLRO3yjXjkMNr9RJBhteTNWQjBZkSCoqyAmknZ9aQ/T3N/IGp3tUrnJ6r31KrerP5Jl6FKpTKJRbFVvEPz/yB0hg3xDeL+iACRIAIEAEiQASIABEgAuMgsIYgm7wCUxYrm7eHGuwIA0+Yk5gIqUbLiXrKohYamEoiaKYmWEOEzDg0wvAaMlDDgqzKFMQ5F4Ip6VPn/f2Si7639UHbt0jrnHYr+1Y6Fj/42OvXdf95y//4zuplK8+cOnXq03EQ/1tJr+4Fe9JPyyo6vCrDbx+74tcd10878sM5yW8GAacevOKG6y6fe8T2acnOLwh3pgjVa61u+iBeCkoVLvf40KrrX/zx7EPOylred+xQ3+QuDT9n5/nM2dNn3bXkzcXvmTJjSlEyeLK3OLhNVzjoetNaTznyhWtuuH/L4z+h+ip3NecL3Yt7u3c+rG/hkptmHJryquKQyVZ2V+E6x6yqFhce2PWL42/a9lBH9zg/muRk5mfBWpzNZN6zqHvVlmHBOe3Tr//0hz/d+rjcXOV8nfnhRytN7kWfePGKG5+e85Xd3aq8rdTbPxUFmast4wiZFi6EEo1E0Na+JrgaUhXrq82SKFlyHWuy4V+NEbIITT0cC/wwgr6UC+UtZpSfKL717BtysVvNSLvPL+tULgVBHKtIhRZYIowhvjNQ6hfPvfzcW+P4DFETIkAEiAARIAJEgAgQASJABNaTwJAg++Eupx7fviI2LovtkQYHvSBMdCY2XScCoJ4olzj7JYKsHr9ZuyAzQgFdNUzKIoBvUhY5FFudUw5YfNXFeP6mPQ9NHfbYwmoHdPD5Uxad5PvV7wcyLuSmTLqq+7We/0xt1dw8UCyfUorD7a20+/vj37rhsl9M/lx7E9d/tCxx75tu01lffv2SYOG2X9hb+fHJnuseuHrx0ux7p89+MHj95f0fgvlq0naLvqgGKx9pEs4LUOXf81b7ftPMwrXdK1d/frPN5kBfcfBRX8jOSlr4i6PeX5296I47fjXj8PntzHvAE3b/6qC8w2dW3vjWZVsdfsKW/WKB6C1nWCYLQXP6mI8tvvr6i+YeOW9qld3hDQT5di8Lvu8DK6RgwJanfXrJz3/46+1Oen9bMb69e8WqOZnZU37xzBszj/n4FgPbuJX4rmJnz5w0tyGF9v9hBBnbgzAKjBF+UpNsuPz28PvAuFkiyPA6umKOFGS4hgydGl0vDW8GFShtMb3ysu777XJn1TNFNyyHIFlFh7LiVzAtdEakgq0CJXcqR9VIpLxjXnzx+afW87NFtxEBIkAEiAARIAJEgAgQASKwDgJDguz7O556/IxuOGP6YHmz/GAVCiINKg6Hij7XBZkpjoxrk1Ag8KSWV5JQt6YgM+uejKkEttVgYQ0zNMyopSwGaQsGWu0v7b/oykvP2/bQKZPA2S7th083QzPovv4r46J/uMh4ANNaz//Iy1d8A61BFs7+3JyKzblWjOs4lNlYT5viNl1fqVQ2GwC5QHnWLwbbvBean+lTfTPELu2T225xisFLn3j1Jx9BSXjN3CNncwkij9XHZGypIGxqaW77dliqfiAKg2O9fPqBleUut9iUbe23yv1nvnzryoWbHb1fuhL/IeN6PW8NDu50dN/CJde+79ifNr/UedycTAtUbAv6muzDDlx09cIF23z203NL9m0tFQ1hzwC4nge8OQ1dIjz908t+8YObdjhp/6a+6DcDy1Y3T5k5/cZMKxyjO/nWOTt316rFS2fnbBesEMAx5h4abGZBrOtlrtdfkCnBQCqAXteClVMK/utu6YelTNeCHz6zsJ6eOFQ+bv6c+U7RKc4JILpOW6zs+dZnnnnzGUpjpP+UEAEiQASIABEgAkSACBCBjUBgSJBduNs3jp+0Sp5RWNW52TRtQTqywGVYtBijNEmErF78ebyCDEWZrBWGFlj8mGHtMmlMPYK0Df3N1pf3X3LVJedtccgBW6cLv7SK0ZUfX3T9OQ9OO24vJ45/2dXbP6uw1cyfdb7U+QUxt2lGFEdXO9n0AVEUAav6pbTiUSZmzWjs0RtWINfWDNVq9XqVEqd/5q0bVt7wvi9cmpZ8t1JPdd/qjFQol/deMMXNfMnBwl5KRbblhipUmbaW1p/e/WL6xB1aXplezljXDHj6gGKT9bVvPnP9BddPP2zfyeD9qZDN9S8pdr7/sBULlyx8/0k3bLZaHaW6B0GmPehvcb740cU/ufLy9xy982aB+3hl0XJri8kzDbcyi6Da5Jz5oVev+P7t25/8ydRg8CvVX860NTX/fJclk499bkrPezzX/l330hWzM7YLbszB0Ry0ik1x56Tw87pTFseKkBlTD8Wgx0sE2WtO8UeltuC8sUw9dthh110H+gdvzmRTR7zwwvOPboTPHnVJBIgAESACRIAIEAEiQAQ2eQJDgmzBzqd9obC8esaMcnXuVMXA9RkEsgzukMH6cMpiXZChxTquG6tHyBpt75NkukSQoVugpbDANKZASogEgyhtQ6XZ/vJeS6645Notj/xwexnub7LTcU9Q/vDBq3710C3ep48vpJuuSWUzy7srxYMO6r7h2etnHXWgCNTnCqkMeJI91JzOfaDc2XOU67jfX13qe8XyvE/19PX6TS25b3yq+9crFm5z0qU8iE9QSh126OLrfnvblifsEPYVT8o76Sm2Yz/ul8qtKTv1dZD6l92dA0fnJ3utg544Z5nfZ7FCbsEpf7/h77fM+vyHm6S437Htnu6gtDOmLN635Yk/06+tPHq62wxliMHPZ27vbOv/98NeWhjeN/uEj3kV2J5FwSv55vxWYFnn9cf+d/dZdMXZN212/CdapLiptKIrnU9lrt938IZjnpvx5S1TYN/TvWLV5mnhgCsxVZSb4s5oo1KPSNZNPVB41QtwJ5/e0VMWsVUSoYwTl8VhQRa8Zhcv6Goe/OElT/xycJRvgCk1t9VWW7U5VuZPmukfv/ji89ds8t8UAkAEiAARIAJEgAgQASJABDYCgSFBdtEOp5/Qsjo8Y0qpNKdQCSAlGTQ7WaiG9d/sidxK1ivVIzZ1mZCkLK5ZHwtTFQEwXQ5NQWxlbCfMnZHFIE7b4GfsU7sy/AoLgn0mK/fO19581cnPnXPvYLF83OyWdMR869LuVT3/nmpv+l0nl99Suvhie1O7GOz02fQmi5f7/NNFrL8eKfXfbnN4VbAMhN2WM3NaJssfnDZj6jWLXnlz2qxZM17o9sun6LDyRMpuVswquZVqFDWr9MG6El4/qa199eBg+SgrN/josqBd2Pl48oAMNs8p+T9pZW+fZ97dURT1Ss32ZV70Rk7lr4BVvcegCUcxrABvyurBNDsNhPfT/Za39720LVixVbLLXf0nMMkvsLLej0pq8FupppZPyD7/56Wu7vSMKdN+U+WVkzLV3BZcq4UDXT1zMVXRlhocXGinGXCMKOrE1XJ4S9bxJdUE6rK3FklrWEOWvA0ANPVQnIHSQxGy8A23/KPB1uqYtvfbbrutw5l7Bxfsf/72t2e/vhE+e9QlESACRIAIEAEiQASIABHY5AkMCbIrdjrnhEJ3fGZrX8/sqZgyV6pCylQVSwpDJ+mK9XLEeAb/HhZkKLfqkZtEdoEpHI3/cLMwSmZiZAqkYOC7HGKHry5B8D9MyenpgG0TgQK/OQOlsPp8ToqeQia3TRCE03oH+8HOpHulBS9XwrBcyGYh6hrIz5k6fefOzk4rXWgqDVQqzykB5TgIhWNZGS+V3q6/tzffnMtDz0AfWPlsVQr2vMOtYhyEzOWW6wnrPVY1mhQFIWQL+b6+sPLXnqAcpJpzs2QcT+dx/FqzlbGDcmV7L52Carn6eNpxi56wd4ai38KkAseywVexmU9JRy8Agx7HcVUQRal8NvPeoOJnW9tau1Z0rn7Bsezpwo+3wrBiobU16uzpfiLv5ZocLbaPSlVjec9kUiDaVIHjHGIlhyhjLbIkIlkXZElduCStMTH14KZQ93AdspGCbNXU5uh1p3T+ugQZZqnu8P6dfw0aBp//2zMnbPLfFAJABIgAESACRIAIEAEiQAQ2AoEhQfaTXb53Inu968y5EM9qqUaQiQWADIDVXBZHCrJh23V8qkQU4Fbv0KQ1sqQOGYoLW6OxB16XEIGGqgCILQZRHAKXCgpWCrQQ0MMj6KsWIQsuZF3X1DCrVCqQdj3jFtjpD4Bnu5CVuM5KQiqVBV9GUA5RzsXgWh5AHELGSkPKtoAxAb4MoKIUBBCBH0XgCAE2WOaZmoRrzEZ6gyJo2zbPG8cx5FMZiKpV4yKZ8dJGHIV+ZFIJY4ig2WpKnCNlYKwjpWtBf1AxYhNTNIUG06/nuFCpVgwbV9iQc1NmPjFmJTIONscnwXVjWHh0FKdIAAAgAElEQVSbgYiTSKLJGxwq/dxYGPodC7L4dad03hiCrD602G2H3X6tQXc99fxTJ2+Ezx51SQSIABEgAkSACBABIkAENnkCRj+hTrr6/d8+sdATnZletXzmHDcNohyBY64lph4oq+pRsER4oWxYM0JWF2R1I3xcu4QOi9jSRZdFFCkgjcSrChQ2GrSMoTmVA16NzHmWTYEfBGApDpEMgKNIirAulwOxDMHyXJAM75MgtQYZa3Acx4gbjpoQNVIYAMdoE/aPIgcLJjsOSI0jctBagowUeJYwjoaBjKHEYiPGXNsBhwuIKlVI22j8L0x9r3JYBlukhizmMTIWBGXICcfY/y8PB6Ap2wwqjEyky5OJMKtylIkasPh0HISQEjagCQlGuyIlIWJJO0+gMGNGnCapnYnMrbPE9oaviYA1RsiSdzOeCFlvykZTD/mGVz5voLny/9Zi6lEXZGzPHfe8KdZR71PPP33SJv9NIQBEgAgQASJABIgAESACRGAjEBgSZD95/7knFfrUWc2D/dMzgyXIKg4pI8T82rDYtDFtMRFkjRGxxuerR8hQkKGgcRVKm6Q9/i86LaJgw/Q8FCIqxmgcxuM4WMwCwGLUnIOvAsi4KQiCqhndAgt8CIwA4ZYAGSuwhQuRjEyEyRY2xDICh9sQqhBc4UJFVsCuJQKGgBEy1/QfK0zHjMEWHlSYNGutsAaYAyJ5JpBmvAACyFg5qMY+WHYKfFMfDMBBEaViqGof7EwOqigEYwWWVpDnKfCVD1g4QDgO+FEINhegZGQEl2eeOTZRuSCOzDVMgUTi6K6YFNauF31e882jNK4L4nriaBKhZKCM0QrK0KSgNMYjcV5Ip88T0DUlH7/hlM9fOkV///IHLy+N8pmqCzK+03t3usmyefeTzz39Hxvhs0ddEgEiQASIABEgAkSACBCBTZ6A0VNYjHn6zs5J9orBM1qK4YypXIAe7IOsUCAAo00KQGG0CGNO+EOfg2RJpAbTEFFArGk8kaTb4Vbf10tKDwuI4WvYbqSwq6uC+hsayq00fSajDVuJJK0a24z3zdadDOtr3ZK6ao3PU5/BmvNpfK66+DT3mSjg8Gq7ukviaPNI+KyZ6jlyDmuOXu8lEWSJMKsXh8bYI6aJJumj6OxvikmrGLxUDrqrgxAWstDVmorfsCoLlhWs717yxCWjuSzWB+G77Lj7QtCy+2mKkI3340TtiAARIAJEgAgQASJABIjAhAgMFQS+cteOL3or/NOmB/ZMp7cPUqoCzZ4AFZWS4s8Kff3wn1OLvCTjoO3HmmJpQuMPiauJ3TXcen1E2PqONdp9owumiTxfo1HKxJ4MxRhGHRNhh7E+ZaKOyRlu3pvFXZMyKVMuLAr6Id6sPXpNVC5emrO+sy5BttMOu93MOet6+tknKGVxYq+GWhMBIkAEiAARIAJEgAgQgXERSCJkHR18xv1wsre0fHprZzitLVDQYqM3Rh8IXK/F8Mc+WrELYBpXXdVFWD2lbmR8bFxj12TD+Nu+G1uaJMVRVGXdTXGsOSeRuHrsUZnoGKYs4iYUr1njMwhAQhUYRO05WJZXsLKFX7goXfzORQ/+rH+M/vnOO+1xM4DufubZJ058N7KnOREBIkAEiAARIAJEgAgQgX80gSFB1nxn8cRClzx7So+cNk06kPLLYEEIGqKaWyImyFnAlWV+6GNkDGMxJiqznmGqenrfPxrCP2r8uhjD9EKMZtX3430e5IfporjFQ2IMTUEAbIVr8xI3yRA4VFIc3lQD0Dvdg552cfHSQnTugvt+2juWINtl591v0cC6nnnmcRJk430p1I4IEAEiQASIABEgAkSACEyAwJAga/9D+FlncbFjbsWZ21pWYAf90CZS4MuKcUpEKwrJOfBa5MWuJcYZQTaBAUc2rUd41reL9dSC6zvc2+5bV8riugbCss/1+mKNdcbWdV9yHaNgSbHuiMeg0dADjUi0MCYqaEiCsqwECvotgN6CBf0z3fh1p3jpymnhdy+77ec9Ywmy3XbZ81atdddTzzxOdcjG90KoFREgAkSACBABIkAEiAARmBCBIT1z2T7nfNJeUf7utJK1faqrCFO0BY70wTbrk7Dylq5FwripsWXVHBPRqv6diZL1X0OFM/1XF2TJ21rflE+0JGkUZBI402ArAFehVHOMkK6CgJWWgs68guLsdNeyTGVBcUrvRQsWLqyOKch2+8CtWkPXU089SoJsQl8rakwEiAARIAJEgAgQASJABMZHYMjU46wdvrzFDFE4v7XIDuAr+1PTJId0JYCMqcSFtcMiY8NuNpYUPk5uxgTGt4uq8QilRMglguIftSWVvta+JSWaN9yWuB8mG7pX4uFoI4yXCRrco+ukiZBxtOnXZv2YrWzQ4ABK6krKg0XMB715C/xddD/akw2/teDhn/xhHbPiu++6120KdCcJsg33/qknIkAEiAARIAJEgAgQASLQSMDogQ7oYLAtWNl0dEyqFH9tknS3tFb0Q0vEoFkCOFgvy5RtRhc/ZQQZbriGCdPjRtvq9vHrwo0CZTRTi3Xd9694vVGMJYKsZpO/FvU1sv3b58yBafRaxPcSA/BE4GFRbCEtCLkLJcuCTq6hu+BAPLfQv8weuLIzVzrviruv6BuPIJNadT399GNf+FfkTc9MBIgAESACRIAIEAEiQAT+2QmwQw89VGy3cDvdAR3qe3ufMTUj7bPs/uDg9tCewlcNQFvEICU12FiLjOGP/mEBZUwlTJRn7Sl3TA2rDSwQPXKruwL+s4Na2/ONnFPiOzn6NpKScavUiT1949YoxOr9a500amyKK8gc7UIcx8AdBpWwBBkvBZGSUAojUF4WujhAODkPxckZ6MrEd/ek/HPOv+v7z46DN99t1z1v54x3Pv7kIyTIxgGMmhABIkAEiAARIAJEgAgQgYkSqGfMDf3O7/jIaVvktfdVt1d+NFdm06yespuJNThKJil2jNVMKJISz0yPbekxln17Uk46GRrbjTS3WNexuW8UkTdRCGO1rwuhtbVpvD6qfT1jtSLNwz3gjIekqbnp7Smf9b5Gjl8XdThvrjnYwgXf94FxBY5nA9MKyqEPzMXoGIO4JQelglfubeIPrLYGL7zw7vMeGCcfvuce826XcdT15NOPHT/Oe6gZESACRIAIEAEiQASIABEgAhMgMOoCqZMPOHlmk85+opXlPuUV1dZeDFk7lo6lgHOlNVMcmAnjcC0ZT/6sL8ZiqJEYZs/h8iZWExQa6pEybMdA43lTRwsjb6A016AVA1bb4zFDO30mFZ6v28JroUFLBgz3OE+psOO6fKnLurrEw33jtdGO67QaJeFwO1WbAD4KDmR6rukpPLaEQEk4zDERYENLw2oCtpGz0agJMs4Sk/qhbVi/1vpgFq7Wa1hqxk1XyJgjn3JchWw+y5iSLI4CpuPY8lIOxEJX++Jqf8llrw/Y4R/77fDWq+655KUJfDb4nnvs/VvHcTof+vMfSZBNABw1JQJEgAgQASJABIgAESAC4yWwVseKUw89NcVDb24m9GZbsW51YjmNxypjxyxGNcVioTVYOuYAig/HeFCPJaKFaSwpjXJDG12W5NzhsQStBWOayZhZjGum4qEIHd6HEi2Jv6EKMpvpUzNM8EvOJ/3W8vhGzBafoX6t/jxjAWlsO/K+tY1R708pjBIydD4xm/kbn40ne/Octb/xGPVs0tBU3GZYcLtxvpprhrySOCSARsHJkSeKt2RD3kIzc1wVEbiODX61wnJeCpSMuAIVSxeWh0ytKorqqqLjLrr2jvOK4/1Q1Nrxffb+0G+jKOp69PG/HDfBe6k5ESACRIAIEAEiQASIABEgAuMgMC4LwY75HVYndHo5C+MuhVEWjHW/bai07a2xMqrkpNc4zvYMjrrYqsnJ6KUAMBMA6vtxzGONJoNheVzzmmi/E21fam0a8zmyYWWt1yuRP845tEGpr6QnTZoEnZ2dMGkSQKk3rbN/y1ZxXeBEn7mhPd9z9w/eEURR17PPPnHsO+iHbiUCRIAIEAEiQASIABEgAkRgLQTG+aOf+G2CBPheH9jnznQm3XX//fccswnOn6ZMBIgAESACRIAIEAEiQAQ2OgESZBsd8b/sAHzvvfe9M45l12OP/ZkE2b/sa6QHJwJEgAgQASJABIgAEfhnJkCC7J/57fxjn43vtec+dwGHrkceeejof+yj0OhEgAgQASJABIgAESACRODdSYAE2bvzvW6IWfG9P7jv3QDQ9ZeHH/j8huiQ+iACRIAIEAEiQASIABEgAkRgTQIkyOgTsTYCRpA5jt39xz/9/nOEiQgQASJABIgAESACRIAIEIENT4AE2YZn+m7pkc/be7/fxVHc9ejjD5Ege7e8VZoHESACRIAIEAEiQASIwD8VARJk/1Sv45/qYYwgsy27+48P3PvZf6ono4chAkSACBABIkAEiAARIALvEgIkyN4lL3LDT6OD7zPv4Xu40F0PPPBHEmQbHjD1SASIABEgAkSACBABIkAEgAQZfQjWQqCD77PPw/dwrrofeOBPRxEmIkAEiAARIAJEgAgQASJABDY8ARJkG57pu6VHPn/+h+7l3Or6059+T4Ls3fJWaR5EgAgQASJABIgAESAC/1QESJD9U72Of6qH4fPn73ev1rrroYcoQvZP9WboYYgAESACRIAIEAEiQATeNQRIkL1rXuUGn4iJkDEGXeuRssi+cdBx2anZfDuL1QzQ4HKmND5hxJVWDk8+d0rHWkrNGddcK6YY10ol7bhkZi9q95lznJtzECdzVUxqgMicsLFvgDX2inMtlWJMaMW1MGNypZgUiq3ZMgIlueZD59/OEu+rn8V+R6cdAdOWiiACizkcn0gxR3Ot1/ie4XMLlfQheY2FwaFZ8gxr36QSTHCcN24W4DHu61t9LMUSfoah5DqqQeM6GU8JzXBOmtvcNGLAGeBj4XVrqEfFFTNHGhQXnEmtlVSaKSW7rBRb8oooF6+++mpETxsRIAJEgAgQASJABIjAehAgQbYe0DaRW2qCjHVOxNTjawd8LjMpbe/lBdEBcaW8jQfQxrSyLAaotLRkCuUAKA7JHxI001oDCFBaaqaFBiO0UCdIrWO8poFpFDAKNEv2HDgwLTWwCIDFoLXQ2og3BoxhlyhIzH2s8TwzwkwBNsLroDlHKYTjaSYZ0wL3gAJOMRxHADAJoIf3GpRm2B4UmKF4bRwzJeysPq7pzzwvoN6pjVM7Nh+jKJFDZuPJpIc2DZoxlpzCv+sXcIbmnLnqoroyEOvd1KZvjplOaAzdq5N7k/uVAI7zAsaY4AwnZYQZM2eYuSIMKsaEeUQF2ohmpfRgFeIldlvu4ZKbvuusn1+5fBP5XtA0iQARIAJEgAgQASKwQQmQINugON9VnU1YkHUcdVRToag/r7s6P9vu2JPzNm8qeG5KaMkYKM4BpYsEBkqiqEn+4UcQ5RNDgZPoDqOVmAbUXjFqCRQUph0KDLNPjgHk0CcYhYsRPmvsGasJsIbzDDAKNdwOhVdNuBkBpkc/rp9v3GumUVlKvH+N6zhErZ819rVYIHC8b81v3/CkGj5GiS4aa0OROu7PnWnZ0CfjSYSOaSYQCF4yx7V2+GaMINM1ragUSjINSim/zK3BJZWot9dOPxm3Tf3B2b+4/OVxPwk1JAJEgAgQASJABIgAETAExv9TjoBtagT4Pvt86B4hWOef/vTHsQpDG4XUMf8YL+X1H5Wvlk+cYrEtpmeclizEIOIAhI5BmAw6lF8ofhSgMEs+gSjAFEaqhvbmWu3YRKgahBYKmfoxChoNViLPRgiidR3XhddIAfdOjrXGOY0uDNd2Pok8GUE4qoBb1/mEo4nMvaMNWa6h/QxnQOFlzjeKPhRk+K/CPeixc/LNCizrcpv+0u82nfnDhVcveUcPQjcTASJABIgAESACRGATI0CCbBN74ROYrhFkjKnOBx98cCxBZrr87oGH7tYSFs+ayeJdp7t6SpuQIPxBsHQIHONgZskUpgBiXhwA14kIqy3tAm0UwZrCDI9RkIwW+RqR3bfegqZRCI42/vper8+HmZTHt8/LzB3nxwSY1EgTMXv7nimM5639+rre59oCbCZLNJFctX0tNbJ2fmTUzcyjYcPXFXAXik4eeuy8emJ16U01bc4NX7/x6m+v65noOhEgAkSACBABIkAEiMAwARJk9GlYGwEjyDjXqx944IHPj4Wp45OfTDcp8cXUwOovbF/w3jPT1iAGOyEFEQiODhwK0EsCJQBGpvCnv6jpAIXRl3G8g8ZExcbcvrXZa9S7HBYeow8ytoXGiKjROJ5zZJN1jW+iT2P0O577x3qsuiAb2Y85NmvDRvwnYDhlFJf3gcCYJkYih5eoDQnkiFvgiwz02XlYYrUOvBLwZ1Y6Tf95wS1Xv7IeqOgWIkAEiAARIAJEgAhskgRIkG2Sr31ckzaCDECufuihh8YUZGccdMTktlLv6dNZ+JltM9aMlrgIbrUPCh6HIK6aGIwUAnAlGWjLRIPqQgqjRGOl3NXT5ZJlZfXlZcl+ItvahE2jIBmtzTqXcE3kIUZrO+y3MWpP6xp/XYJtXY+X9N+Y8phEJHHtWF34Jqv4hjxDhgSZeR9gQz/PwptWK7wcey91plvPO/eWq69f17h0nQgQASJABIgAESACRCAhQIKMPglrI1AXZJ0PPfTQmCmLHfsfNK2NybMmVQYP2anFbi8EfZDSIUBcMREYdGaPOANpHAMtYzYoVM1tnaPN4ppCq/F4PIKjbuXROBFcp2Y+4A0RIM14YkjR0HAoglT7JtTHQ2/EZG1X0njNFD50eEzOmb5qKYUjQeI17N+4ZSQBKXNP/T5zHg0lGa6pW8NgcWjcuiBNxh82LcFUzjVEqemjccOUyMTzcQ0uaKBYP8WUsVUZa+M8sdQ368Ya3hOmnuLGlYQBnoXlmZnw14p4Y5lTWHDub6+9jL5WRIAIEAEiQASIABEgAuMjQIJsfJw2wVYd/yvI/nwPE6zzwbFNPeAb+x80bVoQn725FR6yNettm5XWUC0PgCWMe7oRGyjG6o6I6EvYmGrYGIkZmZo4NngUWMaNoiYPlBEg2D+ah+BmUu6USnwVhW1SJ2OtQNYUFpqNYGqe4uiumIyGgsWRytiF4NMPiRET4cP+TBE0QGPCGI3geSIw68+O7etCyhj0Kw1OlAghaTGIeeITieaRHgpHpiBE4VoTPdiThY7zddHHILmnvhZNSzMe9lvf0AnRpF/WUkMxOdSs2DNVA+ryCeeGZ5O9EYYT+C/AaO8J5xqk2+DVuBVe19nFXU2tF3/zV5ddtAl+YWjKRIAIEAEiQASIABFYLwIT+Dm2Xv3TTf+yBDr4vHkP/U5p1fnwX9aRsviRg6fO0HD27Lh86Pvd3rZWVgY/8s3MLYYRlkSQJYWx4prTIhp7oCBYMzI0IVwoNNAUoxYbQpdDFDF1QYZlyYQQRpAZ/VOL0qEAw+cR+E8lbo8xCsbaozAlwVYoyPBxE0dIhdW5BPYsAI0NcS0c9h2ycEjE4Xg4OyMEzdySMZlkkDLFrDlEFgMpaumASoOtYiPIsB6ZmQfW/cKqbPjPeIGgtNQQMQlxLbRlAweLcSPaao+fiDWG45viAWYsFEuCu7XnS1wsE0FWi/zVInMTEWWN7weHiaIIwtwkWMKmw6tx6q3u1vZL//v6i340ofdIjYkAESACRIAIEAEisAkTIEG2Cb/8dUyd7733/Ls1CrKH/3z0WG3P+MjBU5vL5bNnq8qhe7fLtrTfDabcskrcATeaIDM5t6KWhphEi1A0mTREhfXOhtc+1VMTsaxZJCVIzsHSGppMiWkNkUgieCh+jKhTEkQt0oUuhyjWTHQN64tpHFWAZe5FCZaMjfca3YVCVCXRudCUU+PmGCNVoUiiXSZypeqm/UnftXrPiZCqpTgOpSzyhtLQKDRNpiOmXzZWlq49h/lWJwJYY0Hrhq0uyJJTGDlcf0GM/afTaVgRcFgmZsIbOvvWilzhstN/ddn59LUiAkSACBABIkAEiAARGB8BEmTj47QptuLz5u1zVxSGnY89/tgxCKADf+V3dPzv/3ckRcVqGwqy9jA+ey6rHrpzutSW9juNzb3FBaBt+8YUZCbKZmI+SXQI14lhBAw3FERSSiNNOOfmn2mHqYPoICg15KQCmwFILiDkSalqc6+JUikQmJaI0Snsy2QsmrAXMG2Z65aOMf5nzqFpCYot3BwlTO21oJY6acWJW2GIoq6WBomCzLFwTV1SvwzTDjHiZyJ9teevpz8Om29g+qEyUTe8hsIStzXNOZK1ZqaSgLGrr60na4iMjbS7X58POJIKggDKXjMMtmwLzw+wxatyzZed9utLKUK2PkDpHiJABIgAESACRGCTJECCbJN87eOaNP/gB+fdkfLczvv/cP9xo9xRXzJl1pBNkuzsbZz4kK31qraptg9Vvwy2bQNH0wqTspgUcN6gKYv1NWK4xkoD+FpDKBVExrgjEThJfA7AMoIMUJRVQVi/A8aqQsp9PT+Y7lgcYnSBxOREzYyYtDUzUTIUOlKjIIMkbZE7IJiVCE0ZA1N+rUJXIthiFH0MwK4JsrAWM8MIGUajIp6kRmrgj2mlX7WF2EnH0fvQpMMUz8b6ZJCMiymVxmQE18UpXMuG54WZlxC2WS8WqURs1QtuMyxOXVtbloi5ZG1c3chkyBzEpC/iC3lnETLP86BTOrDcngmvhO6bq5taLzvtV5ddOK5PGDUiAkSACBABIkAEiAARIJdF+gyMTuDQQw8VK1euvq1arq5+5rmnTpy3217HOZblVFl8wyOPPFJsvAsFWVssztlCVA/ZvanSqla9Bi1trRCFfq3e2EYUZFqZiFMEAgLG3woU3BVy6JQgLMaZ8CwnBVpux5Scp2TkMcZet4R9uGXpTq75haJcPMQRHLRtQ2S0DwPOGDg1ISQw9dIIvGR9mOYChBbGHVHFMQhHAWcaLInCiINv1qklETbcAh0ZseRIMAJLWRbEttUbCeskN67cF3DvFBbG52K0DiN6qHKljk0KI65Rw7REy6RIsiEjlEQ4ovDEcgKJoLI0+ldiemRiRlI3TUlibTVnx7oToyk1UEvxHJHSOJHvQ30NWZBthyV8GjzXL18rTpt92Wk3XnrxRPqhtkSACBABIkAEiAAR2JQJUIRsU377Y8y9Jsh+G8fxSs9zvjjQ1feQDKMPtLbkbwXNrn3gyUfvrt9+5oGHTm+qym/Pjgf+bddMsWWGF4Lv+xBHgUlbTNYzbaQImVYQKglVZkHIrZsCxz5ta2/rJebZFi5Ui4+Z76pidSaA/moc+P8ho+hlLdlHO+NJK+Zme69Vg/2fcy1hBBn2gwIGxY+JkKFIwvVeKNhMNEqDcdNXeA2PI2CpJDUyLY0FCFRFsm4siUqhEYcCSylIhRIsLUCiIHMsv2qLnykuHrPi6BAeqU9aUhujDsBonFnjBiZdEqNcNuPg4Do0TJtEYSglBFqZiCDjlomm2SDB1gAeoCBDh0a0H2FJmmbdah/3yGUDCjLsq583QV9+a3i2X7682M5c/p07rruUvlZEgAgQASJABIgAESAC4yNAgmx8nDa5VvPnz7eiWN6pJCx+7LG/fHH3XXf/Sn9P30VoZd/clO/yHPf6lM0uv/PPf150ykcOnjodrB9sposH7ugOtDT5q42QcB0LtEzWM20sQWYxAD+WUNYcAmHfWMlYp6b9ysCA03p8LNVmjgX37Hj7U396/d/32FFF8b2hH/SEUn0yaGpa3u5Xr7GqlSNTtgBpO5UI5KuxhG70URSaT2VKvQekcizXArBEtwJ4WUk2BwDyFoi/Kw0DZV2dIrjeJhs7AtMDKzZ/K+DwJtPqfQpTC232mpBR4PlqjiNhDro7ho4FJcd6WnF4wwW2C4vk5m4MZZezF5TW00MZN0dMvswE7wMG01istuKRsplEi32Gz7IaXHeRsqxASslRK9pxrGylZjtxvCUKQJNuWUtdXEOQGTGGW2JegnJyfTdjg8819PMcLLdnwDP9+oXewuTLv3X7NVesb590HxEgAkSACBABIkAENjUCJMg2tTc+/vmyPefN+62SynrikYc/vtdee+XCUP5xoK9nV89xwHEcyDnpv7Wlcz9u5da9m9vumbNl8fDds9XmbLDapMzZFgcd4uorNNOwakWRE+t1Y/VRs4Yf/yO9vaWUEXDbga5qBFZTy61VS/9XpF1ZiuKbgtDfxxbizjzPHG07IY9B3hVHslVx/vHAdZe3BMHVum/gs5NbC70B8LP6qup27nol2/U5q4o5TEdHKKW+Ihzb4yn7ei3VeeUw2loI9FdkTzEtQpa3Z5d7+k5tUu4REeYqFrIdZc1+JSJ/RwZxJxPqZQDlZEO1VZrb/93TPfDR3JRJ1ZIlvqxs8WcIgy/H5cp/Nrve/Tzmp4dRdYpiKqWBP+mnnFKKi5kc5BcgiE/yfd92Uqk/as4u1Jy/WuKSR5GO854LaVBNTiyP1qXyKTz0ISWEEcONha8Te/thQZbQ3DCCbKU7C/46yP72ppU+/4f3/vKGd/JO6V4iQASIABEgAkSACGxKBEiQbUpve4Jz3WHX3b8iOLtAK32lY1sDjPGPBNXyzmEYJkWL/RAKTirYqtD+8PsnTa3MVaU955bfbJvbpKBaKoLgHLBm1sYUZK5rQzmU0OvHwHP52/tCODk1oy1Y+uaK37iu/WHPEj+2mTrdtq0WruL7gjjGFWD/1l8qLJ3U7F+je/uOKuRyFebZ36ootTiI4vfJSL7ZbouFkZ2aIlzr2pWrlu9TaGu9cFmX9819H3wwfvXID+zgD0bbWbb+67a3Pf3Cki98ZO+g17+5GslJVc/50u4L/2RS9p47eI+9bEts4TL98Ja/efSN1w7c8RCHp35TlTIQLc3/tuUv7r3vpX+fd2ZQKn0363q3QFUet+U9Twz+/RezzxwAACAASURBVJM7vycGvT23rKXb3PbkYy8ftef7PGXfDgCFvsHisTumt7j7ab3sqFDLPTLp9I07/OLBh/9++K776VLl8jzwrVKYMukn6/cwZXHNAtCJIKuvMXtHtvdMAYbneiENK5yZ8HyR/XV5qmXJorC0bJBFi2XGuvGeW29dNsGPHTUnAkSACBABIkAEiMAmRYAE2Sb1usc9WfxcsK332iuTjuOvxVH0gVw2xwM/mB2F1c2EEKzQlIcVi5dAi5WBOZnmF/eYPatzut/73j1zlXbRvxiyKc/U59JBXLOET0wvkgjNhouQVX0fsi0tsLR7AHhT4daYpU/d7q5Hljx58Lx5DGTBFuqZHRY+tvz1w/Y4OgjCn/lR/ILW6tPFatvytpb4OlatHI7mI5DyOi3X6RR2qnVwcPAJK4bTW6flFjOfXdg30HNic3vr5YuW6K/m2weaZSW+0OPu4Urpq1k+dZajdMq2sneuGizu1GfpUw+89bGLHjn4Q7OdSvkax4UPMxafs/3tz3zntc/ssqMtMvc5bqZlMIoOLjX13pMZzJ1RGujrSNvuzeCWjnVKOS5teVYlDP5LeM7voxi+nJ3k9bHAutf3g8luJnPwSi5f5f3l2wfKxY+0thW+uTyeecF2etGBrOpf7/jVfJYzwHLQmM6Jm0lZrLkpJqewPlz92jtwWaytRSs5BehMz4XHu4Ln3uTpcJkM2dJi14zQVr976tFHTxj3p44aEgEiQASIABEgAkRgEyRAgmwTfOkTmfIWH/uYqzo7vclOPstFfEt31+rdLcuCoOpDe1OhpzXVcvWW2aZbZzmp/5od9x30PtHdXJA9RgxEYQBpy20QZPWR1ZALYZJGt/6bl0pB18AABNwFnc7cyrzUqZsvfGTJ0yfubMdlK9Uc8pwAvT9X6uww9DfzY/WCFtbBPFQrWK7p2v6e7sMmT578Rk9x8Brhph5inA0yzaqLxNS3ds102Sy0vt/dvfrU5rbmyza78c9f+utBu+zgWeKXPau6t5ncPunuUIQn+CId29y6oy+Sewx4/JRP3vjgxc8d8uFPiUrlVwBhSqnwp++/928nLPr8fu9TfvS7UrHalmtt+cySZcF9M6ZZZw32dX/LdexfDzrWcfnQn8sUXFeu+Lt56dTTTU3NR/OwsqjiundGGuZFSp0gc+Ub43LuU361sqsjxA1Oc/hKS5A5x+/uPSunFXhKQpPrwkBvD7jpVJIqWhdkWFDaRMjqqYuJ6cf6bBpdGzWaemRNhOzZAf388nTzVS+uXn4zn5z/xvLe1bu4QnxqpCvn+oxF9xABIkAEiAARIAJE4N1KYD1/ir1bcdC8Ggmg0+LChQuxajHsuuuu+3Wt7r455dqF1tZWqFYqd01tn/r9af2znnZaVrVv5TX/aFbY/7H3Wl2FlrgHHJuBlhLQiAIlgKytIUv633CCDJ0MnXQGFq/uNWvIylJ8SXm8PywH389lMrsL6Wc9oWdzULk4jiHQ/K/KS30mW8gtL1binzPGDq0G4Um73f7E1Q8futfWlsWP1FJmWCCubQ2zb0CmfGEYVE92XOeyLd77yJdfemr7vSwurtNBvHk6nb0PFD8uzOs49J1berX64CoZfuWQ2x7/8TOf2ufYyY537UDfKrA9ce2Wqc1P/Gvw6vYZN3OfY6Va/DA6aKse/vul062Ogf6eM92Ud1uKwVEVv/peqfUNlVJlq0Kh8JTW/BirOfWma2VueWPpko972ew9uea2/+zp7uGWZ0+TUZjmWn3Qi8ITs6AmZWQMadDgl0uQz2YgiKM1BBnSx3TTui2/eRvr+V8BFGRYYhsLQy8TM+GJ7vDZxXbm4gv/cPPP95u3/3/3lPr2g6bskc8/+GA/fbOIABEgAkSACBABIkAERiewnj/FCOcmQsAUf56/7fxs2Snd19vT84HWQv5lzuDC5ulTf3HPPfcEyOGbB35u1hzbvWBSceX+O3kD+RbVC2FQNsWY0bJ94wkyBWEYgJVOQX9VQsSdW61008mB0HFcDm+Joso+Ta4FLj6ClhDFMUghXoxTqYOzVnppdww/L1fL+6XyuY/v/JtHHv/zwXsc0zcw+O2U7Tw+uX3SaQDQ2crY+YP9PV90HfuyzW5+7EvLjth7Xlgu/qTcW9yyUCjcxyA+3m6eHPWXq7etrJQ/IOZM/+q8K+9c8PK/ffiEHMiro+ogRCy4bnm17cQZk4vbezx1v5asYNupA6csD+9fPpV3DA70nJnKpH8LGffwsKf/fVrJX5UHSptPmjT5KT+Sx24xVb36txXy1koUH9gyZcaCnsrAmaosjwrD4MMSZK45m55l+f7mXhym2j0PdLWUFBnAQtJ2YqaC7o71DdeW1QXZ+oox7AsFWRhWIWqaDEv5DHh0dfXpZemmiy+8/5Yb9tp9r69FTO/LtDziiSeeGNxEvi80TSJABIgAESACRIAITJgACbIJI9v0bth5553TIlBX2pYtCq25s+/+4x/fbKRw5qeOnTkF9ILZ0cCHt1Er82h7n8t6xuxeBVEiyJhlVo+hONhwETIFHJWFsGBVXxkyLe03V3z5n24+E5f6ijc7Avb1BNb3kqBlDJGMQdrpV0TKOSjOFZYO9ld/xhk/RCt2wva/ffS6p4+Y3xYE4VwhZTnPs6uttBPFxd5zYuV/qSnfdNWscMqpLwev7JXPZK5YuWTFtjOmTLtLROKk2OVRLOG3q3x/z8Gcd+p+v/nLRUuO/Pgxur/vp0Gljze3Za9sY3P/a5n1xnYeS/1hcLCST+XbPjl1y73+sPyl+88sDvadm8nlbg1KPUcKt/B+JYMbS90Dm0+fPOWJWLPjpuz4sVfeeun+m/or/mcy+daLusLiGV7JzwqdbglT2rbiKOWE4bxmW3wt7u+f0pJxweUcIh1BpJWJgNUFGdM8sVlBww8THaunLk78c42CzLY59LI0LLOmwyMr/SffsjM/vuTPd/zyY/t/4r8XrVy2bz7jHUmCbOJs6Q4iQASIABEgAkRg0yFAgmzTedfvZKasAzrwX/3XO+vo+N/jjuT4zE8dPnM2z13YNrhy/+3srvycdASVYj+AVGBbSUFodPPDfSLIUKLVutJJ5MaE4ia4R2GHa5iYLWCgGoGdyj7G3fT5YRwzS4hzg9LgdijIBJqLqBhipoG76S4703RGBNZqP46/OdBf2iuXb3ol1uxiydXLKoaU49j7hFU/25rLPRzL4LCgUjqYO/zefDZ7CYDcrqer5xQdymm5TO4517HOdyyPl6vRuQMy3qyScq9yXPfmdDn8uOP7X9E64GHs39PUVrjYssSW5cHKDxhYGealz7TAekLG/ucGi/1H5wq5Z6SOvy202ExH8Zn9q7vap02Z/pabSn+/r1xZFgl2TkWpLSSzzg0ku9kTdkukomatVcl23de2W/hgafHH339hOo5PdTAnEY1KkKeTuCyiIDN8a4IMm5g6ZBMSZElNucSYJdkzrmB1ZMNAy3bwl1XlJ/4u7UuufOSuX35orw99rac8ON9zBQmyd/LNo3uJABEgAkSACBCBdz0BEmTv+le8USZY10+m868ecPjMHfOtFzYPrNh/LizLT7JL4GmAOIqAcQc0i0FxXMukABT6/wEoERinPyFt8+Pe2OizRCRMZI+ioO4iiKJPaYbpcSg18ij66uYVQ/W4OEO3xwCYiBTwLFr4g7GGZ7HWelArzYFBwbEsEELEoJSVKBsFoHW/BnC01ml8dix+LRgvGp3DeFYyBjE3gxcdBZ5Q2q7X/dJMlQDABuAGAJZuBgC8N98gikpCGT8Uz7ggag6Ss0qkQcbCzmnXvqDMBs8A1fLZUKlzOefTQ7/c69rWf29/+1M/W/ypnU8WkX+RLbVtY3FojRHE5P3XxbCqmXvUPxXC1IRbd5TMPM8oL0dwBb0sB8uzm8MDK8qPL3JyP77qT7f8at+9P/z1vuLAvEzGOZJMPTbKd5A6JQJEgAgQASJABN4lBEiQvUte5P/xNNYQZN89/NiZzb3RBZPKXQfsOi3KO8WlkNIKbLAgxvgUU6B41YgaLjMoRgBYYI6FEkZ4rO9Wr7FVLzLNlDYCrX4sUG6g0Btxvn7MQAwVT1ZKAf7DDet34b/68fo+31j3NdYHw3VdZtya7qkfxcDAVxIkt4F5/5+984Czqygb/jMzp927e7elJxQRFQEDQpReEjqRUA1FxMYryqcgvfsSUBEQQaofIiIWikiRCKEFkUhTSpASmvT07becOjPf98zcu7tZ0wgpu9nnvC/e3XvPmTPzn7Ob/f+eZ57xz9t4wvM/feW5LxySaDgVtB7DmHzBc5yLA1e/zhP9CzfNvuEqidZoIoNcmZosVspqkTLWG+Oym3T/d+SrfySsViZ/ifHgfmdpBKVcC7wbbAIzP6w8NSfRV93ywszbdt1x99MrcXn3IOcfRUK2Jp4eapMIEAEiQASIABFYXwiQkK0vM7kOx2FSFlVwxeiofa8t6tuNkA3zA4A4A80wIKSsgKFwyHoA7QCwFBTPqulvq9Z5m/7I/0snpLZF3lEzBLO6wbRe6iuW8DeyonXPf317U4usrVoPV3yVMrGr3iIbKEg1GTORQ+5ArBWkjAPzg6eYcC9QnvN8JUyaGIecYqrD19LXkh0ldHqSkLLF0wAORsiUBIHuW91zrFb+vjeiWL2Xif7hict5XcpQTAROJxDXjYDXYAw82wlPvSG8K6+Zedfte+y4x2lh2j1RCUpZXPFTQGcQASJABIgAESACQ5kACdlQnv3VNPbzpx6z0aZQf0Wh9b09N2/sbGxKFoMTxVDwAlAppgNiBYkYGGb/qXpgKGSQgeYY+ckAmN08erlCsLTP+6xJ6z8UFCw8ViRU+Lk5V2kTQcJ8ReAYQtIgMconbJXC2ucoNyhRHzW1clnn1/qNn9u0wCXX1mEaZqoBUuynEKC5+34K+vFE6rlKK+050MyU3kYoGM9B5ZCsi9ExjHwZIcN0UNtm3/3IzJq+no2j7UbRNrKI+5JVxWwFzweqcJqEkBSGw+tqJPyzPX3yLe5fdf0TM26ftN2up1fS8iTw3COpqMdq+kGjZogAESACRIAIEIH1kgAJ2Xo5rWt3UChkG1Scq0YnbbttGrQ2Y9n7OsgAEkxYdECZChKJjYypOgBcWoVawyUonoBmmFa3amU9PspI+8pZz5oyiYVBtBESzU0Co3nFlMZM44Iuu3Eyfi4xBbDPK74v+qT/rTjxr38ioFHGqohZyet7GIGy6+IAUxexXmUmNWBJx7S67stzXFPNEtMrXc5wkRo4xm2leR9Fcok2DWdbZMWsZKt+3ENfVwW631qznvL4/dNLmYJK0ALvO2Ng1oLi02+D+4vrnphx+1477np6mCWTMg4kZB/lIaVziQARIAJEgAgQgSFHgIRsyE356h/wJYf+zwab5ApX6fdf333LllJLs2yHnIqBJzEI7pmcOYVChn/kqxwqgxUyjMQwTGvsZyKr0MVViVjhbTAiVoumGT1i9keilsJY68rSIm0muga9a7RWodsmMmhX0C29sIZmwkbsGAcJzAgZiiImZdbWuGFSJvYFq4HYFEUsnlKNEFbbrUXAauv1NGNGAG3txT5HLWzWs2G07V3vWb3r/bAPkglYJH1ob9wY/rGg+Mw7ml96/RMP3LX7F3Y8vRiHk9y8T0K2Sg8GXUQEiAARIAJEgAgMFQIkZENlptfgOC876rjhdR3pD0dmxS9/prE01i19CI1aQp3QYGpkoHRxu4YMtNdTRnE1eFjPqD6KkNVSDo2QCVvwY2WPFaVArmw7tfO0tmLUW42x9okVtAyDi1CVsmp0CxgWIsH/7Lq3WuER/N4gVtJG/frUSsFy9/bo+yOPjfcTQRMh6x2FXuL8WmTNfp4xDzKnAPNTDxYFo+MX2yt/m1MOz/nds4+8sP9ue5/ZGXZNUpwdTimLH/WpoPOJABEgAkSACBCBoUSAhGwozfYaGOu0adM4PAZ81LDWg/ii98/8ZF1580/UQb1b6YIAiz5gSh4koFDImARe/Wu/R8bMejI8ltzfamW/X/X6jNXbKm3E5r/218LIlNnnzCwgW+JzrTEqVt2Hq3reyvZ3yfPs2rQeOTNyVONgvRWjYHhUiz+aiJqVQl6N7CmTSmkIYvl+0zcb6RMOA5nZtXGWt22rp2KiuR+u4avuNVBDUi2Wgt/a8ij2sGmLvd/H3Id2mYewYTS8uCh5e752b4GJW50/b/p08XZd4xmVJJoUp/nDnnvuka418OhRk0SACBABIkAEiAARWC8IkJCtF9O47gYxdepUcccdd8iLpn5zxIiMnc4XvnnghnVs3MYN9fWiEgJLJdQHLmSqCKAT8F0BSqbg4FosqUCyasQM1W0pYrRC0VlKdOujRLGMb/UJr6E+9v3e1MP4KOG3j7aJ2pLrxqr30VVj6hu3q/2gsp7FXHbOTWpl34hWT6EOq1OstiG0+bYqZNXHxZS8Z7gfXG1LbruOzjZsI2UogoZnn/exCxiVKzEfOvPD4Y1i1vZh7D/Z5gU/ueyh256ZuuPUXLkxPqO9s31XrQuHPvPMDNwbjg4iQASIABEgAkSACBCBpRAgIaPHYrURuHDKUVuO4unxomPxznVpOu4TzcMbA+54XGWQyhL4uJxMxaDSBIRS0nN9raSjFTOFLXTf/cP67RvGeqsA1qoB9u32f1U9NG63Mm6ErfRznFXlsbS8xxX+fPXu72V6bO5d6w+usbOphtW90WyUy7RZizCaqFivhJmvMAvS6ph9rfLtGVdvtEwx21rftMXe9noyKasyhpE4M0kmYqegKNzSWzEseD9kc1TTyN9Nm/HHP+NnU6dOzXW0Fc9QDHaLo+LBtA/Zqj5SdB0RIAJEgAgQASIwFAis8A/GoQCBxrj6CPxo6jGbFLJ4Sl0i93CiZAMnc3KeKwQXEqSqKEfoLIsrypFM6TRTQnPFNMegkJZaa47l5hnW+zD7hhnXMAmFmmnF8VWbLEIjFX3WPzGsDGLWg/WpoM/YUkWur/j9dykNjVehetgEPVONcPkHw03O+hwaK2Ys4+h/bo8LadzAul9FRC5B4KCqJzHrnVhKpCqcjOFastpuYlbGeu9t9hvTymzE3TMKjVdYa8twjzbuY7N9esuYqraB93KFxzRDC2Q6A4k7fJtztdZZienF7T68XMnV3f1aLvsnRkrxs4kTvxHk6rpPb+9s28uBxgOeeOLe4ooY0udEgAgQASJABIgAERiqBEjIhurMr8FxX3XCCb5sizZ3QY8NoK4ui1OnklWYm8PISiXTSSJ98EBIFCiltVSaM6YzpTTKQsqkdiRAhrUs+lgKFp3Hz80KrmoFC61kj8XwnuocAvfSMu87RmiWfWT9qyQKgdLX83PBNBa2X/LQrPeeS2uZCYF16m0xyX6vWi77WlWrytGn0doKO1XtE6u94j2QBS4BE5pxrXA3N9t3gUvT7Of4Xt+jNjYUvVRzJp2cIcCquYq19jXnDBnyjDNZRcgUfqq04EIxxcOKk3UmPHtn2t2/X9T3HhO/8Y3AXdh2RhSFe6sknEwRsjX4w0ZNEwEiQASIABEgAoOeAAnZoJ9CGgARGFgEMGWxq9h1RhLLvcKK9yVaQzaw5od6QwSIABEgAkSACAwsAiRkA2s+qDdEYNATQCFL0/CMrq7y3kElmDyDinoM+jmlARABIkAEiAARIAJrjgAJ2ZpjSy0TgSFJYMqUKflyueN0x/H3FcLbb8YMqrI4JB8EGjQRIAJEgAgQASKwUgRIyFYKE51EBIjAyhJAIXMcOK1UKn/Jcfy9SchWlhydRwSIABEgAkSACAxFAiRkQ3HWacxEYA0SQCFTGT9NaTUFOrI9KWVxDcKmpokAESACRIAIEIFBT4CEbNBPIQ2ACAwsAihkkHmnSSUP1Lxujxkz/kgbQw+sKaLeEAEiQASIABEgAgOIAAnZAJoM6goRWB8IoJDp1D1dgz5QsWgSpSyuD7NKYyACRIAIEAEiQATWFAESsjVFltolAkOUgBEyKU4HzQ+SEE4kIRuiDwINmwgQASJABIgAEVgpAiRkK4WJTiICRGBlCaCQMe2eAUoflOr87pSyuLLk6DwiQASIABEgAkRgKBIgIRuKs05jJgJrkAAKGVfemVrrg1Md7koRsjUIm5omAkSACBABIkAEBj0BErJBP4U0ACIwsAgYIQPvTNBwSCIru5CQDaz5od4QASJABIgAESACA4sACdnAmg/qDREY9ARQyIT2zwLGDomz0s4kZIN+SlfHAPDfGr06GqI2iAARIAJEgAisbwRIyNa3GaXxEIF1TACFzBW5s0HrQ8LE2+mjrCH7yuRzNw5Dvnud07gBMNfjnANwBYr3DoppxrjioLXWGQfzGVcACkDjaQoA8FUyppmUDL9njOHprPY+vq7M93hVT/scQCimTXugze9O87XSmoFgGqTmwEGBgv6vwITGs7lmDD+vfQ9S936vJcPrNFNmwJrjPfqOqDay2iveG9vlwJg5EYBpDZrZvjFteADThpfiynCSnBkOGj8An2FvhcJxKmDAGI7XfA8KGGdMg9b2OssPv8fzcB5s/+wh8X7mPjgf3JxnJ4UxIbArCqRKUgVJu0rjJ7fePXpp2rRpOBg6iAARIAJEgAgMaQIkZEN6+mnwRGD1E6gJmdZwaJQUd1yZCNkhe549rJBv+bKKcpNdXdhcy6BRK8fVWmnFgBn14Rq/QJEyf/Bb6bAasnxxMQJjhKj/eagWAMpIzdI+X8r7GkACgKhaCH6NYrNy0R9t+rrso9YOyhKehVq0jMiSGTMDBxs0beoeGrVAlALUKTBKagXSfl11IO2AZgGAFtU+9XMjvBYvs13pva63+0ygmqJ39YxK2D7r2kUoi9hVfCPTAFnGOISuA+9yL5xZ5PP+cMf0H76z+p9CapEIEAEiQASIwOAhQEI2eOaKekoEBgUBFDLfzZ0tlT40ir0dVxQhO/jgaU2NrOFkXw07Ou12N0pL3HVYHjo7KuDnAowYgWKZEQPUKuMYVb8QNhhkY2MoGx/xFW1vVa6zsbgBchjJ6nOsdN94NaZYG0t/IcOImahK3FKFrNfVepStJm9VYTbROwaMa1AK51CCEAy8QGQiny2KxLy/KLd0xS1//eGbA4QmdYMIEAEiQASIwFonQEK21pHTDYnA+k2gJmRK6cPCuLTDiiJkRx105TfzvOXs7nnRpwPdBFlJgAM+uE4O4iy2QsYlMC6NkGFAi2sOzCQILv9XmInOLOfA6M66PFbUv+X2jSnQGiN0fY8+otgjZn0ZrEgkl5dBiKyWXAomMLJYDYZZlijPVUE2ET4MSpoEx2qyowRgGXCHgfQSCEbBgu70w19zkV5+y31nd6zLuaB7EwEiQASIABFYVwRIyNYVebovEVhPCaCQeU7+HK3VobnY2+GPM/7YvayhHvGln3zOgY0u9NL8lOKCyMlBAQJeD6WuCPL5PCiWAHD8Ix7FAyM2+Pc/rnkya8gAU+aG7oFr0fqkIBoQSxOyvhLWn9dHEdK+KZ+WOs5Fz1HtSzV42UfMeiNwKNcapImWRTwGaGbA8vFTxfCD8+/9+/kPD925pJETASJABIjAUCYwlP+aGcrzTmMnAmuMQI+QKXVYmJS2X16E7IjJVx6UFxv/NOpINpedChrdFsgqGurz9RCGFQCWgOaymrKIRSkcI2NMCyMDmkkTQfsIa8BWdq3YSpz38RGuKEK3/AhaTciW0o//SltcWmTsY9TTYMrKWD8hsxE7264pScI8kLi6TeF6NhspMxFPnUECGcgCh8StzK1vTi753fTjrqFKjB//maIWiAARIAJEYPARICEbfHNGPSYCA5rAkkLmbb+8NWRfO+S60yFqOTtuT5rdxAWoONDgFSBLUhP94VjeT2AanJUurgRw5YGQLphYi5OB4tlHXjv2UdeaLfX8AT0Ly0pNXIqE9V2DttLrz3DwHGt1VNlXRcys98PP+hYOwdTFak0RFDKO9Rc1YIXMIk8haGJF5bTdlIT/ufiuWRfNH9BYqXNEgAgQASJABNYAARKyNQCVmiQCQ5lAbQ2Z1nBYJSoucw3ZtGnT+JxnGi9sDDY5pe3ttlyT0wSOdCGtJBB4vklr05D1FJhnWNNPCQDlGiHDv/EzkYJEIVvGsaI1Wv0jVH1/IZoVU33XoNWKhlRXUtVuqXElm4nWYQqf6lMQv3+nUJKWVkCjVuFxeU/N0iNcthAiB6aqhfjNeq6lRb76X187p/+5K1pj1ttHGyGz9fZV3/uatER7KAzimciYsFsE2Er45siEgshREDQJxYPK7R3hGxfc+7cfvj6Uf3Zo7ESACBABIjA0CZCQDc15p1ETgTVGwAiZqDtbKnlolJaWWfYeheyN54dNy6txpyXz0xyPPHAlB8dxINWxKQaB6YnmqFZPxOiLqbSoXPO2xPVlq3qgOFSjQ7W1ULVy+kYmcN8uziFJItOXXM6HsByB53lm7ZqUmIyHKZMuCBWYyBAHCZKlttw8FrhAI+k5HCOT5sA1cZj2By5wJkCifGoJwnXMtZkpd8/NPRzhmaVi2FatiIkp/S9QhjLcygy4ckHhLmEMI4sosVZSUYSQnY1QoUBhuX60JNu/nor2q8pwqYK59MZqFfRra8wkV5D4EnLNAURJ521xsGjaHQ+cREK2ynNBFxIBIkAEiMBgJUBCNlhnjvpNBAYoAbMPGcudpbU+NMpKOy1rDRkK2ev/Gn5+Hsacms2DOidygGsBjiMggtBEVoTC9zAChREgbdITUSWsqPFqKuMqgugRMhQTx+xtVhOz2rbPqU7B9Tyz5imKImgsNEAUJaAzacQRKz+CRtHyq9KD0SGbRskYVoas9g1FCM8zQlQVMvRMvCem8Zm4kd1rDSXMyJfrmDYFdwGkXYfl8Or1Zk0WbtyMITIULb/KIzGyp3libmNEzKQh4r2rUmaETALr2Up7Ffl9zMsykUEFQgiacmQHIgAAIABJREFUAy0C57Zi8vYFd/yNhOxjYqXLiQARIAJEYBASICEbhJNGXSYCA5kACplg/llasUOYk+56zz33dC6jv+zIA64+P6/GnJLNg4IbuwNEyKrpfzb+BQqsfKVKgsMcSOMEXMcDx8XIVmzFRzpGenr2NWOxkTWMetkoldeT3mdZ2HVUWEYehUxitIppc8cki418eW5gPuPcAayVYd4TNoJWi85xI3wcFAoZCp+J+GWmEErvRtc2pdEeGEWzped7Pv9I68ZW35OHQgZ5BqnItFsnbi2l711IQrb6+FJLRIAIEAEiMHgIkJANnrminhKBQUEAhcyB4Byl4aBElnZeXoTs1X8O+2E9jDlVzmc9QiYEX3sRMiTKlI24Vfc26y3brgBdqhJXIE1TEEJAkiSQDwIjXvheXR43rsYmUIY84NoDXHamWWQrRJqqgw4wHdgiGIAiVJMx3EdMg8A9uaql4BljWmkZKw2pEKIuyxQ3KYsm7VCDy4UVOJVa2cMNl80aNmwfpRDvbSNgvXuUoZDZ62y6orT9wAIcJnK28uvGVucDiEJWlBVoGt0oUxXfVoEPfkRCtjoJU1tEgAgQASIwWAiQkA2WmaJ+EoFBQqBPhOxgxeCgcrmsHn30/vf7lzSfOnWqYKVdzqln405TC3gDRsiY4rDWhKxamh2xCrPUq0/BDVMtMDNr1NyAK63VnCiupEHgQVd3UTrAnEJD40ZRKW1GqcGtrIEF4EDOzJKCEDTEYCJYmA5ZFbKeNV4YscJ7qARcD9eKpUayhHDeF45zEeZiKoBvl4rhF30/B5yhbNmNsFHMMIUS2zZRNbPnMkbgMJ0R0zixB3Z9G1NmZ2bgGiNruOYMB4pRu8Rct66FLHUVeI2OUjy7Nc7e+fGtj5322iB5zKmbRIAIEAEiQARWGwESstWGkhoiAkQACUydOjUnU3am1uywLEt/1d7eevDo0aMe7ehq++2jjz46t0YJhUwWdz67iY07RS0UzTUh45xBzKI1v4bMCBlGl2yhkN5D2bVqPIUwKUGu3pvjeewrKc8qSRhJP5+v+FLm4ywbH8fiAC2dgwD4cAYB4H8YPdM6BKVjE1VjjIPQVtQwamaiVAojWwq0SkB4WCDERrw8133R82HPVOYyKdVvu7uLBwd+PYqaETGzZMykOmpTcMRGuTB6ZgufKF0rGoKRuAw4rsPDEiQ6AA62oAcWHhkYQqYgxHnOa1XX5N8W6fkX/uGB/0NFPejXCBEgAkSACAw5AiRkQ27KacBEYM0SQCFTmXMWAByslLzl3XffvrBc7nLHjRv3IHe8a2fOfOi+arSMHbzXZec2ig1P0gvFMC/BlD8BNSFD4eBSrLmiHgZDb+l2lBwrTZmNjokUMhWhmD256Ytzd50G09S3d/nVZ8Ko+FnF+Pu3/Ovk2d/a+cZCGmbHq8w9Q2tnmNCBESatUlA6sdKkMbLl9qQMakhNeXzcWw0jWLV9u4Rg4Dhulsn0Li11Sbje5EolGu26vpE6u7kydhCrMyrgAtsURsZQy5REW8PiHrZoCBYV4XgPhgVL6sEB31ZVZFio3xb9MJUZ11nKogIVaMgPC1Sp0npbW/j+Bff/85w3sNjLtGnTPsau1Wv2+abWiQARIAJEgAisbgIkZKubKLVHBIY4ARQyJp0fas0m5Rzny/PbFt7w9jtv7o8pc41Nwxd4IvcH32m4/rGn7n3rwImXnNrgbHgmLHJG+KlvhAxTFjFCttaEDLWsT4TMbDSN5eS5hCgtgXblU1lLss/onEw/fCc60/Wc0zzX/Y/S2S9vef6kG6ZOuKSBZw1XKy2OwWgUAHtNZ9l00PAGE1przkY7mh3KQGxr1oKBfEuz+C6l1HsOw0CbbAQBm+by/pcZgCiVi9fKTKt8ff6oJIo3Y45YILPsT0rJV5kLMde6wLkOhOahk2vcS2WwmVTxvRp0nVLBGM5gtmZJkTHpM6UmcvD246oBhK4zGzljTUdb8h5L9lerNq6DZ9bsQ8ZjgJxK3Tr1+9D78Nw77j9jwTroCt2SCBABIkAEiMA6JUBCtk7x082JwPpHYOrUqV5YTs9QEk51XXaK43k7vPH6nG8ppRyM6mjlaKXcx0e0bHZ7vfeZjZudjY/hrd7YIAsAJFYVZKaoB6b7rfEIWXUfMrv/mF1DhpErXH8lmYIwrYDjs3/k3dK+HV6zdsPoJ4vbFp/sOQ7k69kLQUN23O+fOOXZo7a75utJrH/revBhmmYntDV1/bVpQeMGQsmgbWzprVHt+a0Yc3+TD4ZtVSmXvy5fHnYLbPNWi4waNtxqTuvst7feZIxi6ok0i9sq7WzXoLkcMO79Wmt1SJYlZ9d7+upyGg/PIPmM73mv3vHieXO/scMVn5Cy7mrG3YYw7TjWc51FgjcWQmhrv+OpU0Icy1e/cMlmjBd+L5KmLzJVBwJ8SKMYcn4AURyC665bIUtEBn6zk0jWdX9X8sGdMbz//IxZ18/pv95w/fspoRERASJABIgAEeglQEJGTwMRIAKrncB++x2wi0z0zaVSd7Pj8jBJ4lFxHAsNApTkkCYOJJX84i0+tddLTe7Gm/BWdxOMkGFRj5qQYYRsje5DhqNeQsjwDVsUA9dz4cbF5bgM2mWzoNHZt7S4XjXVd1/Y0dFxou+4npNLOsGdf/qdL/zoN4dPuOJgP6i7uVief5P76ZdPLb+05aaCB5cmUfhp3+dn3Dvn/Pu+ssNl57lQOCKOk31ve+GEeYd9/keTddJwmlbBu55gmH34DamSp0C1TvSSliCph98DqN3DNNo9p6M5IYNLC4XcDzo6F373gdcuv/6grf53ii+G3ZvP1b9YLrUfcse/T3/nqzvfsGtYLB3r18H7lbDr8ntmT+s8dOsfX6LKzWcMa9gQsphB4OUhC2MjY7ghtS1/v/YPjJBVdATN4xrSjtL7b7314fM64QujwnD5Jy2SG5566sH2td8ruiMRIAJEgAgQgbVPgIRs7TOnOxKB9Z7AcROOcxeOatu2WCxt4+f8PdvaF08BAL9ciSEKM4gjvmjcqC0fGtW8VdjobLQfW+xuOPCELIMoizB58fGorrJ/1rWhbKrrnNZd7P5B4Hme5MVi3bDyGX+cdc4Nh0z4+VTQ4gKl2y7+yws/+t0RO1yxeVdn8SCHqxEa5D33vfqjWYd/cdpuKmm8kTvO6X967oR7pkw4dbiIhu+uwNvTYfxA4bBxWutZLPUmp17ieIz/jnO+W5TEe37+pdILT35Gn5Gm0cFeTlz+4KsX/emwbX9yuM5ytwtHvBDUJ4f9/vHT3zlwy0uvcT3ve3HaERWave1vnXXuv4/64k9PZfHIy4RqBIflgGkBaSUB33eB8eqG1OvgiUQhg5wDKogjHpT+0dr99qy2yjubtHa/+6mGJnHRsy88OmMddItuSQSIABEgAkRgrRMgIVvryOmGRGDoENh///0blHQve/ONOcfiairPq69w7j5Vlx/+f0fVfWIm9zY5ttnZ+HRYJEb2FbK1VWWxNhN2DVm/lEWeQaoTSGTyuO/yyVFdoFSx49xSqXRGzvPdRBVf4kHbiX99+bLHpm575XFukDtV6bazbnvq7LsP+exFw5jLGtOkrLkbZNrtlh7Lb+vykbdkUnZlsu1nvu/cfdu/zvvAnJsTOzvc+YPW6vWIlXcXstHzubixu7v70CCouzJh0QXci+M4hfqkBdpzrWLjnOdcEHbpo4XD/t4wTH79lifPe+/LW//i1mKlcmRLS5CGlY4d73npR88dPuEnZ6pyy8WFYAw4OoC4EkGhrgGyLAFl9klbdxGy7rQCTWPr4nI299buysKzQzZ/1PzW//ykroHd89zsh389dH5SaKREgAgQASIwlAmQkA3l2aexE4E1TGDXHffaN06iW+bN+7Al8HP/aR428kafO7f/418z38ZbH7znz85udDY6WS8UI/pXWcQiIGs8ZdGMH/fp6gWBa8iw0mLGEkhVBLEOZwHIyYFT0aUEppUrldPyQa49leFFeV9fDY0NwldNv0hTeWwGbd+48/mz/nDI1hfv0t1RPisX+JtlKswcV5UdJyi0NHxqTBRFbpgsCOKk9K7rBf/3Ly+df8k3Jk4L0krD3SqTW2ZReQtX+G4m8jd2dpYOKTQ03KDT7PxMyM+Bkl9QTA5XTO3TVGj6XFdrBHlfPFiWrd+5f86P3z9m+5tuLZbCIwoFkRTLHTvd89LZz31lws/OdNIxP00qHst7OQg8H5KwAr7vQyIxZXHdHBgh04EA6UepctpvU3zx6Qu6PmxqLX3wUzdIZzw/+8Eb1k3P6K5EgAgQASJABNYuARKytcub7kYEhgyBiRMnOloGJy9auOiH9fW5hxoKhZ9LFr3w2GOPRQgB9yFTXTudVeDjTlULePO6ETIbFcPqg/bAMvQ1IcsgkWWQLJ2Vz/iX3h7zQTi8tXGXSlTaphDUvZIrdT/+23enRV/94jWHR2XnqjiVo1y/cr1ynLPcVh2H+WwqU9k2imeVIHBfFiL3vcAdNjKJ0nMU694wVdHnZKpeufe1cy6fusU0z68f9nCW6rFl3r41Rsg86dwUx/HB+UL9ibc+951rDvn8lXuBircLco7qLBXrAh7snFbERN93/+b72TdveeG0947Y8oY/VmL9lUI9z1LZucMdL5323BFbX34WC4ddVMiNYmkYQT5wIIlw42oJjpszO5Oti8OuIUugfqQvpVh829zFr58R5Fnz63Nf+HFDo5j+7IszfrMu+kX3JAJEgAgQASKwtgmQkK1t4nQ/IjCECOy56/5baAYbpBpemDVrxuJ+Q2eH7nfVuQ169KlqIW9CIcOiHrWy92snQtZfyLDKoi0LLzkKWQTMU/9oLbXtNeOtE+O+/f/K+Os+mcjKkcLJHyd0w8bFcglaWoKuUqX0Kw7uNXe8+p33J06c5kx8DNS7n9jYqzRU7gdV91nHcSffMvvo2Shhi0eCKhTHeAXpfdsR8PMsy56f1zx3pxFvNbisybshjuKjM52cd99/zv4J3hvbGzHiFd38djNfJMeOC9KW32EF+3wQHvGbF86cd8TmN/8uk94xjY1upZy0b3P7i8e9ceSW157syhGXu6weXKbBdRRIaYowggIXFDjr5IlEIQshhYbROaWc1tvmtr1zZgLzG1q7Fv1Y6eL0l15/5KZ10jG6KREgAkSACBCBtUyAhGwtA6fbEYEhRgB/x9QSAvt+bTB8eb9rzmuAMaekC6WNkEnch0xApjMAzgD37apFr1CUNLMpdvZ9rIj48dY/adyXi7E+KYu2i6b0PVO4fgwcn3ckMn4gTZIoCFwVRRE4XOQlyC1919kyyaSoC5ohSTPQKoZUxYnDxSuZTP+tZVZhgjmci88Ix9/FdxtEkiT/zlT4ImgdaulyxmETIZzdhMNcmaWtmYzul1oC53K3RFZmC4cdm7HyKKWSryqWjHU8viBOi3fe//I1zx4z/roLCkHzCW3FDx9l0ukqNGyyTxjqDbSKtB/w+8vh4kWFuuatom5nQt5vAFApCG6FTDgeKO2s/ggZzskyNpvG1FDFleGdcoDYUeA3c1lOP7iN5TrP7uhoa3hr/pwfjRqTv/fJf9312yH2s0LDJQJEgAgQgSFKgIRsiE48DZsIDAAC7PA9rz0vL0aeFLcmLb4MwJM5kJGEwM9DmqaA+xabMvRM2cgVs3/MWyFbHSPoL3QYMbPv4X3xfkopyFQKUkrQ2t4UJY4xDZ7jGnHk4OKbwDCypjNQmYRMSfPKBAfHccxG14AChO3JxLxy5pk2Xdc1ZehRAKO4DCBSyOUdKMft/3PHnFNunPyZc/4nU+ENURRCy/DmbmD6W/e8cPGdx2z56/+FxLtA6cSIrCvqgQkHZJqZoh1cVIWT+eCAY/qNY2JaYWANmNnIetVTFg0jS8u+GEHGObJt1nj1MNN2LkFLyDiHMgdwCpA6+a7bOuK557a2zm8opgsv5G5p+uxXHyAhWx2POLVBBIgAESACA54ACdmAnyLqIBFYbwmwI/f+5XkBjPpB1B4O86QPQZYHnWjIOYEpOKG5jVZJY2H2j378UpiNnK0IoBSYyMuqvmLERnEbuen3KrQAySQwycwrfq6FXuIVr8PzatfjeZDhHtf2fMwIxM/xFb/PIDPtZVqBwzhIYOaVOcLIXJzh+q4MHF9BZ3nhlXe/ecpJU7e8vIW78Z6JTocxBi+1N6lnRnTVfyYXj7iOS393Q4NzcIUAjWKobPv4qjlqV/UV+2mcDLl+TG4MBbP6T0g1zbM2R7UnFsdZk7Gepxijj1qaCFnqeuA3s6ScvX9rGLb9MIJiw1vzXrqwcYSY/vzs6SRk6+2PPg2MCBABIkAE+hIgIaPngQgQgXVCYNq0afy1f4z7YQ5GnBh1Ri1O6kBOBgApQCCwAmBigje4QbOJqlSFDKNjNSEzn2FgppoXuUqvJmLEzT2W94rW1/fz2vcKpLHB2vU1O8T3BXOW2y4HBhKHZqxFmAgWpmtqSEFBBl6OF7vK7dcxIe4BGYbcz2mtpZdKtqXHvOPdzN3eAQ8ERt9QxDT2A7HZV6xqj6+m3/04Ka2BM/Yx+KGQYYTN5JAupXw+N0Joj97Ioz0XIGUSKiyFwugg7YreviXKus7tihY2zl/8zoX5xmT6v1956OZ18mDSTYkAESACRIAIrGUCJGRrGTjdjggQAUsAqyyKjn3O89WwHyTdSbNIOOR0ADwDcLgLUqYmhGPTFVHKeteOceUYkeiRtTUEtX/KHd5mee+ZlMClHHjNkumOtchStew8Ch1qFF4vuIkgYZpkqrCOiIJUpaXGxqaoHIYqrMRePl/fmMYpq3N9cFg1FbHaN61smiL+Z+/ZN32wJkb21fZ3Vdfh9QoZ9t4KaU0A8bUWQcN79UY0LR4FGcugW1egcUyQZWLRLR3d753TGnc0FDsXXJiyjulv/Odvv1tD00rNEgEiQASIABEYUARIyAbUdFBniMDQIWAiZE+MPMvNhv1AluRISDQE2gdH2hQ/IxNGyKqVDzUW37DrsLiykRnMCFxVnVgZ0jXB6ithfa/7rzVSVSFb1vlL3JNJ0BCbdV5YuCTDSBlGyTDahWNTCpjDIIor5r00xTL1Pgjhmq9x/RpXGLWzrfbIIEbJ+qx1Qxnq7U9NxJCfXe+1ykftxmbNWG+xDpMKiamffVMa+61TM8LppJDlJIhGGYUw7+ZitPCHpaQ0YvHi9y7I1afTX/j3DBKyVZ4cupAIEAEiQAQGEwESssE0W9RXIrCeEThiz2uOdOSw81UIn4VYg69cEEqAMHJifz0tWUmRA0bHMAUPE/2MrK1BJksTstp7+IrSVDtqUSn8vn9EbGld1Ka+IRbewAs4YFMY3bJru7hZP2ellJmCHVhUJEoyyOXyEEUJ5P3AFO9AuakJWW8f+koYfrpk4Y7eceG1q0awGnfrV9CjOlIzP3aOqiv/ehCY/jINmUggDEKIRHt7rjG59LYHT73kC1sd+7nFiz84P1/I7p3zxqO/X4NTS00TASJABIgAERgwBEjIBsxUUEeIwNAjcNika7b31MiLIBOTdKiYm7ngaBdYpo2EYHGLJSr4aVwdZSMwH6c64MqSXlqkq6+QLS19sSZktdflpTHa0RidMv+LZfhxbZfRGM4gyzLwPEzflBBnKTQ3tUBHRwfkcnWA5fd9979Fa0mJXNGv+I9XqrInSGaGsKTYYQpmNVDXkz5pzsDtCyCF1Imh4pegMNZ9pbPy7gV3P3z+HTuO/8b41rD1f303vvflOQ+TkK3sg0rnEQEiQASIwKAmsKJ/rQf14KjzRIAIDGwCUyZeNjwnhp/iSPeYrAIbiNQDR3tY8QFcs09WNfqjq0U9qkJWGxXH99fgsWTqn71RfwnrL229a7dslG9Z6YsmPREjY9JKEQpoLeqG12DGH5bLr1RK4Hi+KYuPgoZyls/XQxiWsbBijwiZqJwtoVgtZ79sMLU+mVL8H+MQym4q3RPF7CtlOLaeLejMWXYLA6zagqrthOCN5mFHMu8e6RUvuPeBH7++7eeO2qocFf/XddO/vDznQRKyjzE3dCkRIAJEgAgMHgIkZINnrqinRGC9JDB18k8+z7L8yQFv2CcruqPTiIOOBeT8ekhijJDV9hxD+eI9a6bMnmQcRc1K29KOFa3lWtHny4purZ6JYCb9sm/BC9OfPlKD+5OlKRb24Fa+qgdmc6KY4TZiS46hb9GO/p999F4vf/wMakJmqmBaNVtiH3Asua+1spt9ZwkwLo1our4DLMjirK40qyOaf/n0Ry+cgVdPmHD0+GJ3+wWCRffMeYOKenz0GaMriAARIAJEYDASICEbjLNGfSYC6xmBIw+6cPuwU30t74zYKam4G+VEYyGLueMIn3FcTIUhFXtUK9tzs3pMQ6KXXGO2QjC1yvimraUIxxKfr6i1jytstQ2U7chwf64ly8cnCaYseuAIDxjXEIYhOI6txmgiYj2S9hF/ldsLdR+Z68vXfLYUQEvcxPbdCrLZjoxVK0b2WZOGe6EJYSUxzWJwHAa5vB+2dS5ubRzmPxOztps/fX/l/mkwzRjdjhOOHt/W1Xqh48R/efW1x2gfshU9gPQ5ESACRIAIrBcEPuK/4uvFmGkQRIAIDEAChx56zpisI9jfY82fcyE3IotFQSsXmMINwMzCI9xsq1ZTEDRXdver5fwWw+rvyx4qY0Is/1egUsteY8UY032LevTep7f2/TKq4FdPNULZ57Lem2lzYwGOCEBJZfYqQ0fCwh+eZytMJkkEwvOXGADDRWjoqkirZlW4KA0P3HSs39G7T9gqPhAoZT3RsaqQYdQS+2Huaa1XygxcnwnQMtQg23I59/Us63rg1gdPeaV6ZyPC48dPHg9K/1iI5K7Z/55J+5Ct4rTQZUSACBABIjC4CJCQDa75ot4SgfWewJSJ04YDwHCm/JyjBVMClFCCaS2X/H3lAiTgrhQPR3OWMSs8+HXPRSu6HJc7LeeofcyY0rpvuyvVq+rVbmo2w8b/YUzgxs8MXwEwXdE25Lr5nhZrn6dpBTClsfd89CDLyF5vD8mVxmFKacNitc/6XldjUmO0Ut1f6kkpcG7vrZRknutCOU3BdcG8r2UcJmGp68FZF82vXY7bH0ybZiNkEyZMHt/dXf6xJ/Rdr7z2OAnZqk8EXUkEiAARIAKDiAAJ2SCaLOoqESACRGB9JrD99gdu1d1dvFDr5O7XXnuChGx9nmwaGxEgAkSACPQQICGjh4EIEAEiQAQGBIHPfnbH8Vx4P/Zc567ZsyllcUBMCnWCCBABIkAE1jgBErI1jphuQASIABEgAitDYPz4HcenqfNjDundr772NBX1WBlodA4RIAJEgAgMegIkZIN+CmkARIAIEIH1g8CECbuNT2N1keOwO5+fPYuEbP2YVhoFESACRIAIrIAACRk9IkSACBABIjAgCKCQZWl2EWRw14uvPnnTgOgUdYIIEAEiQASIwBomQEK2hgFT80SACBABIrByBFDIdKJ+KkHd+eJLJGQrR43OIgJEgAgQgcFOgIRssM8g9Z8IEAEisJ4Q2HHCbuOTVF+stfzz8yRk68ms0jCIABEgAkRgRQRIyFZEiD4nAkSACBCBtUJg+2333EqCvETK7I4XXvzHb9bKTekmRIAIEAEiQATWMQESsnU8AXR7IkAEiAARsAS2227S1lrzS7IsveOFFx6/kbgQASJABIgAERgKBEjIhsIs0xiJABEgAoOAAAqZYuJSKbM/vfDsYyRkg2DOqItEgAgQASLw8QmQkH18htQCESACRIAIrAYC222379ZMsMtiGd0++5+P/Xo1NElNEAEiQASIABEY8ARIyAb8FFEHiQARIAJDg8AXd9r78wzYz7M0u+35fz16w9AYNY2SCBABIkAEhjoBErKh/gTQ+IkAESACA4TATjtN/jzzxRVxFN/67FMP/WqAdIu6QQSIABEgAkRgjRIgIVujeKlxIkAEiAARWFkCO+62/zbCda+MovCPzz7x8PUrex2dRwSIABEgAkRgMBMgIRvMs0d9JwJEgAisRwR2223/bcAX1yRJ8oen//7QLz/q0I457Xd1XTzlaeiz+rzHKizPsY28rqhSpV7X50sMX2FY35bbIQ095uYSvbz7uZXCEp+n+SLr+x5+j9cv67zufKwbKr45Z1nnLu/+/e9n2gmLzM3ZfvX9vPY+vpqxtgH0fcXx5rWv0ry7Un8DuJW0eg97Pn6/5Hh628HP+rbb//s0LJk26nMuc8N6225s30uDavuBvR8eIaQ8i0PmlUQ64+qjiwBsufP0UZ8ZOp8IEAEiMBAIrNQv44HQUeoDESACRIAIrN8E9tj3gG0149fGcfL7J//2wHUrO9r9T75qd+W1TF7QkXwqZUFzUBjBk4gx3/OE1oxx0Brw/wQDBdz8B0yBhgRfGf6Jr4Fp/AcR/9rH8xUD4BoAXxlei2qnzIc9rwqb6Hdo0BqvM/+Pt2WA7WuoNb7Eq/HFJQ7sL77BmNb4Nb4ui0Pt877X4Lm1983VZlya9et6/6GYfq6IN9dIDTtnaDLObP/ZCq7VGhjDa0zf7NdaC8bBA6Y5CJAAkAHTmklQoLjUigPEWcZdrjXnWqq4WG4M+Fs5rh4SpfkPz7j6xHhF/aXPiQARIAKDhcAKfwEPloFQP4kAESACRGBwE5i0z8ETuAO/TNPw5scffvDaFY1m/xOu8hfHhRNTkZ/q1g0bVzd8XBMEDUGcMS4cB7TKjH4xraoCZgXLmBe6lTJ6YWIu+F7/V47msZT3e8+zlrFU16rax3I/X9EAV/LzZd2fVy1oVfu3rOuW9n7NyvqO13rwsvg4oJhnDJeBBA5Z1XSVmaMMNOTr66C9YzEMb2qE7rb5iZNWOrsWzV1U8PSdzTq86sEr/qd9JRHRaUSACBCBAU2AhGxATw91jggQASIwdAhM+tLBEwSHX6kkvunRB2dcs7yRT52v89zJAAAgAElEQVT6J/Fuc/n0xB/59aBx+AYNozasL0oB4OdBcQGZkiC4AqElsOof+5qhnqF8cROmYZlacVhoOZ3gzFnu5OhlB7fMdTUxXNUZHojJe8i1dixv/BgIlIBChsKG+pUBR3FGLcOYJgCUoggKDfWQVSqQEwpykEDYvhC6F899b1SQ3eKVF1484+oTu1eVH11HBIgAERgoBEjIBspMUD+IABEgAkOcwD5fOngCcLheZenNj8y47+rl4dj3/1y6X3fwyZ/5wz61WdA0zK0Ah1AEUM4kcM8HgemJMgFR/UPfioJNV9QgeptejtWsSKiYyV9c9rGi61E8Ps6BqZHr8ugrX/37Uc1LXG73MBKG+Z84IxjFZBoTFu38IBvPr4NKOYSCH4CKS+AlEbTUuRC1L4Luua/9ZxQsuGD6Vd///bpkQPcmAkSACKwOAiRkq4MitUEEiAARIAIfm8DeBx74Bc75r7JI/nbmA9OvWo7qsB2Pu/KqpLDpl0d8apvRxVRCLASooA5ipYC7HmRZAgIXLOGf+PjHPmPmj3zQfYTMrIiyVmMXkNl/EvE8lB1uV0xVk+56e2MXlHGQ2n5lF5XVDhuFw8OkS+J3eE9m1aP2fu3s2nu1K/q20rfVpbEQKJmamxS/3nb73r16P5M3WE3drA7TrqWzFwojQ713q0USbZtVAlX5q0X1DLnqN6Yls1oNo122HSRj2+krnX2/s3OCVGzip+2NWbxn3nEgkwBBEEBUCcFjGupwuGEJ8lxDcd5rXUHxP7duoDvOueWXZ3csjQ+9RwSIABEYLARIyAbLTFE/iQARIALrOYGJBx72BSH4r0WW/eah6XcvU8h2PPbylig3+vZhn5wwKfQKInEEpIJDxq0EcM0BlDaigYf5G5/bP/sxaoWFJIw4MCwmYctdKFOAoyYpgVECT4fmPK190w4m2aHiSeaB7FmfhfGcpCohDigQVvGYBkcnWKiiVzCYsO+rzLRr1rNxYforsfQGuFVBytBMTLWM3jVvKE1WrGxkjJvvJROQmdRJBQ7EJkXTChGWyvCNELka71dL3cRxMsgY8rL3c6UER2PKoGVlOFZFCu9hhM00asVScgXSlEpxzftCpyYSifeuyZ1kDsTcN/2rVUKpRcLsuj77MBtRrQklCp2RuqoEYqQMaeLcaQlcpibJ0c0keFGnjubNmdmkFp/04BXHvbKe/2jQ8IgAEVjPCZCQrecTTMMjAkSACAwWAnsfduQXpMpuZLG8ceb9yxaynb597edbxYhfjv3MdjuEQR4yISARKBJY0pCBUBwYCln1T3vUKPyjv1Y5sRbJ0SgaXBshQi3Dyn5GqHTORIw8KPURMpS41AoJoGjU/vmUICC1BUHANSKDn5kYj05MAh5ehIKSVYXMVfZ9xVEEUTbwfAGKY9VBBUKhyKVmLVzfyJrVMJSZanVDI1AcUuYCsAxcHQOH1NaJNIqUM18LI1vVwhlMg8QxMAYpR71h4MsUHFxrZwQPOVqpxPvg/Rx0QzMMHJsCyfE8ew8rbFbokINQNiqojJDlIGUonDXBQjq9RVb6Rg5rxVNM7FFb6dScgVQKlLANIBtXM3AyDW7YDdH8195skYu/M/Pyr/9tsDzj1E8iQASIwNIIkJDRc0EEiAARIAIDgsDkI4/8gpTsxqwc/mbm/fdcuaxO7fG9X+/WnR93Rf2YzbcN/XrIHGaEzIhQVciwwh8KGUbEUDJsJMb+oY//4WcYM0IpQAnAqBEWhzc6YSJiCgSrVIXMRpIYS22UzaxBq0qREYxaVfzqOjUsGmKiSihB1QgctlSNZNWEg3MHUonV8RlwB6NnDLTCVMsIHBQfrC6PEgRO9Z6OjSBVRQn7aEXT1uLngEJmUyQxXqYAx8GAm/5hPzJjVjX5lOCa9oxMVQuQIKesGplDUUVWruytlIgyhqx7hc2Kkt1QwK4Fw3thv7B97Fv/ZXq1tEYrjhhxq7ZnZKz3PzM2rXuFTGkjZC6+ht1QmTfn7ZFq4Xcf+vk3Hx4QDzB1gggQASKwigRIyFYRHF1GBIgAESACq5cARsiiqPKbBr/uN/fddesvltX6fqfevMu8rOXKpk+M3zb26iFxGWQmarOkkGGUDA8UMvxLH//ARxGr/dEvtQDgGOWxhdxVNbqktK2eyHhUDQ1Vhcx8XtvRi/WIhtUKm39n0+9qm5XVqm7Yf2p70gDNujYTuwIpbUoex2gZ7o0mE+AsBRcjfhoT9mx0DbBPGvuKEa8aGWUl0liaXStndgqrChmOFtdiWSGqfmbrTFoBraY92jRDm2aJrFQ1+le7lyMxOmgjjJiuaISMKcD37do0TGWsRe561+XVNK5GozcZscbIitjyhAwjZNXpMFFPD1Mwq0IWffjyWy1y4fcevuLYh1bvk0itEQEiQATWLgESsrXLm+5GBIgAESACyyCw56GHflFw90ZHspvuv/u2K5YFaq8Tb9yl3R17Vf0GW2xjhMxhkJkImS1nL2zFCfMHPKa9mW2Ra5KBGlIVtcyIhC08YVeP4V5YeK0tx66EXY/FVa+Q2aiXPZZdNL/3DHS93vVY9n3sDwqZI22aIDABuJu00hIkShXnIFwHMoUCaOXFRsZsOmYtBdAInPmmVpAD5ax6b5PWaIWsp74+7lBtCpX07r9WdVU7HtPXvqdb+TMpoNW92lKuIDVFKhU4VZFbWgEPQxVTJU3UzI65Vuakt1SIbaeWTorv94+QWSGrRiMVFsq3QuZjhOyDl94cli343kNXfpsiZPRbhQgQgUFNgIRsUE8fdZ4IEAEisP4QwJRFl/k3haVuLOqxTCHb+bjrd4kaPnFN3bjPbr08IcNomC2KgZEkTA20KXXCpAlqIz8ocVBNJRQsA8FwTZlvUgRtap4DTImqhNnCGE51Q2lpil/0VhasyVBtjZeVL6s/Zu+zPmXqcSNkN01B4Lo1humFGiDLrJwIF5jAohlWCGtVH+16LVtkAw8bzTJ3qYqefRbsfWylwtp6MvuOrKZl2phVTyGP6nk1WbSpm7Y4ipHAarENZIjRLIxGmuvNejErnHZNma1kid/jujUXi31ovGfvM2qvqFV/7JWxWmRx6SmLNvIJMltCyMrv//ut5nTB8TOvPu6R9eengEZCBIjAUCRAQjYUZ53GTASIABEYgAQOPfroL7Z1Vm5qDIKb773z1p8tq4u7fveXO4f1n7o6N+4z28R+PaRCGEkwhSEwbdGWU7RpgLgGyazGshKDaX2ewiIaGUhZxrPSFDwTTnJ4xAQKiFn75EHsBKZghlBWbHANFq7oco2QYaSoVyywbaxciGLCTZEOvJdNJUxRUrBfph00I1sAw5OR6WMCWKZfgSuzOa4QrZI5n8mUGuXiXmpmTZdrxRHXtWkJnsYiItV2qyX4e4rWYyphVRit6NXSFlHAsCiJMu3h4UBULUbi23RI1EIDD0UVB4BVDqtRuWpRjZqU4fW1VEezQs1E16yQKVybhqVPJO4Oh3uLVdMjzV3tWjMzF/i+KTBir+2JBFbXkmkmjDRjUY/+QuZVugCFrCVbSEI2AH+WqUtEgAh8NAIkZB+NF51NBIgAESACa4jAAVO/sp1wvRsC4I9EUeUplcaLp0+/+/GeEFD1vjsc+8udk8ZPXlm34WcnLE3ITIU+jIZhcQqQplIfagGWxnAZmCiLx+QTkLTPllpnMfgpqpajw00c0Ls7yh2eigAiLBjCfBDKbiSdcltR0DNVEAFSYQXLraYW4l5oWICjJmQoQEbcUAxN6qBr9AmrNaKGYZEQ7GOWOaDSRDXo+Fu+8u6veMF34jg5KfCdYSgsKYqRER1b9h77gPe3q7Wqm11X166ZyFS1P1bk7Noz7JmnQtNfrH6I6Y4OlO1qN1Vn0huRG4oUimcmMBrmmOsxSoYSZSNiGMuz5e9Nd/rsPWZ0C6s+gm965amyiZSh1NqomS10InSmGCiuuRVNE10zoTaUabtezcxhVchqa8hqETJHKpOyWH7v5f8MVwu/8/BV/zNzDT2S1CwRIAJEYK0QICFbK5jpJkSACBABIrAiAlO/9rXtAPzrWJq+1t3RuX1rR6uby/u/yrn5Wx96aPo7tesnfffXO7e5Y69q2vRz25bdPCiHmzVktbVaHNdZGTnA9VgaMoyP4fojziCLQmjwcu2+jk5i89689bFpk7Kpf9Lijqmgtr/6mUKe5yclYXqMcvN7l3NNDaHmkBMuxEkGqYNFOGLIqwwclC/hA0gFeRlCGIbAm1og4x5kiYYAHS4qgnA0JNwB7uRA8ByUikXgLAHmYPl4D3zXA0hjCKKuuCA79//7qTv8bedfzvtOezm9uC7nNnkug0qlaFIesWx+humMbr2pyshlAp7nQrEUgpQSfD8HXMbgpCW7UXPQBDGuVRMe6KQCbtQJQgioiAKkkEHASua6QuNG0NUZgZDICEWvAtpzQPoBhApAcAeYVKArRUClxPuEaQZevt6kVQYMoKNtITQ11EEpTIDXtUCSJJCHEALPhZJ0wPF8iLo6oSHvzMwLeRfn/OsLOyrbuQ2N1XRHTB3lgFmaruMAKmSG68cEFjXBveDsvnKm7L1UkItLUH7v1XdGsY7v3P/zr9AashX9cNHnRIAIDGgCJGQDenqoc0SACBCBoUNgrylTdmhoGP7rOs+9LyqF2zzz7DN7O55THDas6cnCsKabu0D85bnp0ys7HvvL7Sr1n7iu8MktJ4SOFTJbqa+2P1e1lD23RSyMkOnUyISMQmj0/bYgrhz7t+9v8pcvXfGvT86v8INyLcPSKGq987mTvzB/38uf+1RR6iuLQfO+dcOGi0p7Oyil4jLAB4xByUsrnuu4Y2Jwm1sKjRAu+OBNz/PSKMhtyIP6gs4YsDQuyVLbB64nhAr8TTPtCJflIInjuXU53VmsVFynoWVklqRNzS4D0b0gGQGdh9196l5/3f6yl37ACiN+zlQskrAIPAvbHUd0RZqHzG+sT72GjcIkhZyQWB4/S6T6UCpwAi83FrK4i1daF+VyfhBqZwMR1ItMatzbbDHrWtjue94Y3TBWVdJKh4oWJC0tLRvNXZDm6vPDuoRSHSopq7o60SJdaGrPJASFJiiVylDnBimPyh+klVIpnyvkE8XGgVefS7MYCh4DlkUfsLTCuZcb05G6bQBQ9GU3c7gYqetG1KUodEllUV6o7z35vU//eYefPXtm6jWexuuaGhOlXZwj3AYAszwFeMjbRA+XKWRRGYrvvfJOQzzv2L9fdyztQzZ0fk3QSInAekmAhGy9nFYaFBEgAkRg8BE46MhjtneFd4vH4AqVpQvefPvta1rbW0dJlmFdxA/HjNr4gfywza9RI7bwuvMbX9ew6fjtQjcHCqNVSxGyWhVCs4JMpyZVUVYqUHC9Rbks/PbfTvjkvXtcMuub7bz5YuXkGyHrvq/FY+c/9oOtX97zyn8d2apzV2bAR+ayytsN9fW3FIE/XElKrQ2p9D3P3aVbe99tKjR9mpc6j0+TeE4c5I5Y2Nn1/Y3HbcTjzq6ZAVcXO470RUPD+XPnLfz0yKbRM6JS5fZMV951Ap9VErml7/rHi6S8cyMrQSFcdMifzvnyPbtd/dIPSiz/iwD3e05KTzT46maQ2bPtrZWSV98wMvGaDlfMOdx35GiZRe///4TCaZmCxZo527gg5+hw8ctCy9HgFb5akfIoDGaNGz3i+rTtvXs4ONt2qtw84el3PNkuGHe3d+o33DVJ3PshDP8ZmBr34eeLceX4LF/YNsSKhl5urkri3+ai8H5f8/bOOA4KTS27lDLnxCRJPj2mJXgdyl0XybgYBfWNm7WG/uy6QrBYdy/MBTl3r/YsfzJ385kvsh+mpYW/euqUncIDb3yt0CHzO0m//uJKkn4+xer/fYQsyzITzbNChimomOrYJ0IWlSH88PU3g463vjnrxuOfGHxPO/WYCBABItBLgISMngYiQASIABEYEAT2P/jgTbX27/cFb/Ed75l3576/eyKT+nJYhDSVcamcRLyw0ZyxW01+Tg7bbIfGT42fEFZTFnEPstpGw8Lsw2XXW9mS6sqmLGIBiUoJGt1gXr0qffeh7316+l6X/v1b7blxF5alO67c/mHH2Obg4n+ePOHSPa+Y9cluXv+Q4wUb58P2s1q6m66el+vwlecewGTpySdP2/O9Ha9+YWocJj8raHbB38/c7qaJN7y6gxbufcWFrS31nnfe46dO+MmkK5+ekHJ2KzD2ryDjZzerZHHR9/cPy+Hiv5+xy6w9rvrXdkrK3wayvHlLuvjwW84+8o79rn/+xI7MvRLS8PmCJ773yP+Z8PSU65/Nt3dGTU+cucu8qZd/kFvIWk/JAH5cX8i/lUXlvR79/rbvbTHtFW9kIx87Ypyad8fhWyZ7X/2PscwNbipnfJ8sKp/0zGm7ms2297zhpVFcZg0Pf3ebN/H7Ha546hOeN0IGKnMeOuGzJjV0yq/++Y1Oya4rS515zL0kdeSlBYBG3dU1iWn+1GNnTvpwx2ve/JYQ/EqoLH7V5+lRM0/e9e2J0/4WqFEjN3fAWfTo8ZvNnXr5k7mFbuEe5QWbOVky7bHFW/wOpjG1x49nbsxGbzYx9Qvnl+Jwk1ji1gRYbISBx1zIzE4FtQhZTcgAXK1tyiIK2btz5iULXn4G2l/80E1bUwUR0zJzG+ubnXIxjCCJ3o2ScHbe4y8888wz3QPiIadOEAEiQASWQoCEjB4LIkAEiAARGBAE9t9/fz+F4GtNdXXHlkqlAvfdTV9/63XfCzys91CZ++EiXUzrs023P2J2sMk2uabNtt4udAPQAotP/LeQaayuyJnZzFjjGivOQJWNkM3Pya7vPfz9ze7e7xd/P3YuH3NeLOo/ISutxeE+3JhrbzvdzaUjF+rcI4UgSJtV9+S/nrLn3H2ufvaiYql4IpS779vAiY9ZPGKE19Eh7siLIG2qa566IFw4LF/v3jWuvnn7ckdxv/tOmvDgzpf+4/JcU+5EV8mjZ3x3u9sPumTmNxdH8c8KDfk2L+n++vQzD3x60pXPXpfFleNHi64j7zh1yu17/vzRE1lQf+X/TwG88OGTJp6/4+VPjktF8Mucm/9cVuq87qkzdrjswEv+MRaGNz+aJEmDm3XuMf2ESa8d8Os3p7R1dl2YVTr+01znnfzQqbt/sN8vZp7VLb0LGpqaznvg2PE/2+dnD9YVWeFaD9KtC2n7yX89+5DH9vnZi3VFz71KAOziC3nqzO+P/+s+V/7tc9Kte5E53tugsz0fOW7CB3tc/MiP4jD8QcLUnxXb4HtpnVvfWOf/tcFN8kmp7asPnzxp9j6XPX5wyWu62Ocwt17P/5/pJ+z7zqQrn74wFfUnyyx6k0N48N6du3z4eOHJ/w39EadAXVMhyiRghAzL9GPKos89kNWqIUtGyJYUMlj07vzW156YF819uiOn2jMnMLUYcypRPOfnWVauNCdpWHCC/EuVqPzz1//9/KMD4kGnThABIkAE+hEgIaNHgggQASJABAYMgalTp3pdXcmolpbmXd+d+8HPi1FpdBxHesGihaWGwsj3GzfY4i4xfMJ7wcaf/46/0We+GLqeETK7wbOVMtw/yxamlwA1IdMKfHyvXIFG11uYk+3HP/z9Le4++KqZx78Rjzg3yw8fx5LOcLivrx27CM5NG7vHfhjLewOPz2nubvvm9GlTKntf/vjuxTAb1ZJzu+8/ZdcHQGv2+Yue+J3vNBwiPHHgPl1bPPbwsGfODcLyFxsbG78Tgp9PpL7dCdgmaceiKY+euueTR1z8wNZhfWHzShyn9cWumfdMO6Rzl6uePVMlycVjeftRfz7lgNumXDHzpHIqrwhY+q37T//STbtePXvfSOTv7+7o4uNa6h+v72474N4zdynud/1zt8o43r4haZt852lTXtvnqucuXdgZnj6ipS5Nim3HPH72XrdPvuK+Y9qy4CqeL1ziLy5fxkY27lwuRbd7qjJqFHR//86zDr12l58+PUE3jX6oq7u9pSHnnPXkiVtdstvlD49vbBz1VLGYPj5CxYfdccpO4ZSf/2OHKKlsyAp1Cx/6/s6Po8iFhdxtEHZsFED29YdP3nn2xMv/cXWXrv++I5PKOLf45XtO3nPGnlc8dUpnzH6Uz+dLOd/fvVhue8/R4pKOzD3BbxgOUjigOFZB4ZBJMBEyFLLlRsiwqMdbL73ldb/9o6bsvWfLnW/rUrENXNdlLGVaSsmzSmlMXV3d1p3F0hGMQ0veU4c+88zz/x4wDzt1hAgQASJQJUBCRo8CESACRIAIDBQCdp9hANh77ynnzG9ddO57897PDxvWvNj1/Uc22vDTN8juLWa1j2rcKrfRVr9yNvzUhOULmTZ7WJmNjpXsK2QLGuKO42ecvMU9X7v6oR+8mYy5YG4FGnOuer8pyM595qQJf9jn4pk7dTnBH3O++/SINPsWCsk+1/7zCJ4vjMu62rB+iBMmyk15fqrjjvp8ouXlz7ZvfPpuI57ezC13byor3gPQ3HJ0MZXX5Aq8o5lHh0//9g5PHzrtzt3k2I0/F4MT+Dx0i1EGWW707ll32/5jo3mH//nsQ+84+pdPnNraXbksz9Jj7z5j8m/2+dVLBywuqengeBB48IzPygdMnD+h/ckN5/yRR8WdmysfHHDr6V/+NwpZWyJOz3siFLpy/GM/2P7mKZff95VWVrgsdnK/8NPRV6tcabKOo+saIRlR3zX31LvPP/SKPX7x6m7dTv3d5bTckg/U2c99d4tL9rj26W0cnn8oS/Qs1dh41GPf3CSafOmsA5QHn8xyeV5KteJe04gslV/JcdmZhaWvud3l12FE8x/akuAILsP2DeSCb9535v737nf97LPaSvJC5nqtruNOUlH7+7nGkZcsaquc4BealiNkojfCadaQ9UbI8lEJSm/Ofnc4b//ag1d/c9byHuAttt56SyXVHwNHvTh79ivf6L+NwkB5+KkfRIAIDF0CJGRDd+5p5ESACBCBAUng0EMPHfPuB4seeX/e/C3GbjDmuVxe/Kqh4P314Xsfnocd3vW7v965GGxwbd0nN9+6JmR24+TeCBlo3JJYmqIQdg1ZBh7TkJXL0CD89/JJ5wmPnrL59KkXT//K+zDqVFkYyWQa3dVSl94w89vjF+579bM/XFBOz2lpaXzRK3VOfvCUndp3+sVTP5FOcFK9w7lK0zYnyHd3hXITyQqBUupfroi/+s/vb/4G9vFL181qrojRly3u+n/svQeYJVWZ//+eUFW3buo0kTDAACJRYMhDGMQEu8Cuiquuu7qI5JxRwQaRIAIiCIqJXcP/p7iK4K6KgAiipBnyAKJkmNw93TdW1Qn/fU/V7b7Tk3q6h4GZeet5mtv3VjjnfKp6uN/n+4ba0WGeLQxM/Zg/nbrvHR/92l3/Ok/Ji3PdnVtzpmLuhwtrOjfZ1ge8SfXXPvbLc4+89R+vvvfMxIqrfW4vuePMA790yLWPTNdh548rymzNrLnx0SXvvuR9U+dulgC/vQiNiRPrr/zDLWf88+MfvG72x5YoeZFgMK/gJ+fdc/Iecz749bvPe60pzyp2Tfyahvq1OR0eGif6m15UmzIRquf+6tz3X3vAtc/NrIeFn9aj2qY9neH5f/r3aV/d//qHd/Egd5fR7FVhzRH3nLnrG4dc/qcLrc/PgkKhI+JigfCKSmm9KcTNx6zWnxxYIl4s96ifKL/zI9UlC/um5ZufvvP0A359yA0PX1S3uYstE6+XCuX3znxls7/fXn7yfObnz/TDUk9iDCR4v6xwIYu+yKXto611gsw1nc6KekhgIJV2Ze+T1557udh46bjf33jcnat7kN/znt3/xZioF4D/w1NPPfXi6o6n/USACBCBdUmABNm6pE1jEQEiQASIwGoJHHLIP0w3kl/WV60vLpcKN9//29ufanc1DjrpP/ftz21yY3nau3Zt+iFoIUC5vmMS2w+DtNhMK+09xrETtADQVoFOEmBaQcDE34oyPvWPx27+m1m9f5Bx94QtWJBPHjh2+ms4ub2vf/4jwPklmnvbR3E8zzfJpbPP2PGmGTf/tcc24n24TXJBkHtdBLlpsbLXJM14U8FZv+TxeX8+aZfv4DX2v/HJGY3Iftd4wa6cc82N/l6BmbPuPXGH2v5ff/QgEDA95/E38p2dsqm865YuWbh1p6keceeZs+449Oanjh6sxTdLYZ/r6ug++rZPT39432ue6TZ5f0qoO169d9HE+r7dT54aJ/orE0P+ekfjtY/99KzDnzjqZz8TL744fdPOYqF298nbL3nvDXO2qCm4qd+KQ8r5/PmPHrfttR+66ZFZSxrB92NlNu0JzNn3nLb79fvcMHd3y/nvGGMTgJmzHjx++2v2uemxLSGCByUTwf8poy/96fT3fGPvbzxYNjWzH0hZLk+YMC/I53frG+y/yCTJqxbgo4+cuMuL+31r7g+rDf0pUMmizqL4+H0nvOeeg7/93DnNOL6cMTaQC8Kj7vncNvfM+uYzRdE1YWfNvA/39Q2ezWQAggcQRxr8oABRVmXRYPApY8CxwIdW4DEOXDPXUy169akXu+qvHH/3t49fbR+y7bbbZTvPg18awz4zd+4TD6/2IaQDiAARIALrkAAJsnUIm4YiAkSACBCB1RM49NBTggH9fEdx8uTanT/8YW3kGfsd9719q6UtbixP23rXpoeCzIMEKyiCBMYEeJYDwz5WYFy4ouUW8Is9uixowUjLBnxILiux5m1JVE0KpS5eswk3Ed+6acwHa037j1x620g/B9hnC7T6qyfZbdyq2yS3C5g2thCE+YrmR1mwp6uo1tFRCCFqVG4LAnlREieJCEufqTX0SVbIIjY8BmsWMa3+F0z0Q6bhFZ81PV/mZa4jf3A9Ul+o1+sTS4H8Qi4nbx+sw78yLi6Ioggk5w8WcvIbNTD3y2ZgWD6YaOPGx+Kk8SmtzbQpJfFXWX3pqNtPP7Zje9IAACAASURBVPTJfa+855COyVtDs7/v71p6mzYN/5zyw39eGqvy1J7CNzqTBT+wtWTfAdFzSbVpJ4Q+u87z4EajzF6J0d/mwPKe713DGf9uHMfbCyFvNkb3DAwM/K1cKv1MGfXzuKEWlTqL3Odyos2xz8Wx+kyj0Xgpl8tfEPjB67Va7Spr7Ky40Vyaz+cv8sPgtzqKT0vi5BjGTODncr8NpbimopOXLJdl5oXHDQ7Wj5UyB1LkIIkNeEEOYiyziO4YaJdLxsEC0wDCCTILIhqE6NWn/97ZePH4e2868a7VPVU777zzdAPi50ax05999rH7Vnc87ScCRIAIrEsCJMjWJW0aiwgQASJABMZNYNaJ39t/sLzVDeGmW7yn6QegOQoy4SotMkBB5mLcQADWWUQppp0wYxxTvxgw7KKs1PxG/4Kl5XJRJsqwWpSYsNjpa2DdTPollySGgixJQCcRGJ1UQUWLrNZNgYaNkJ4WhWKYy02SOErcAFDxQKPZeNMAl7licSITYadlWHAEp2NxfwImfpNbFQlrPCuFBCmKIP0uFcXgCViwaP68JcXOno58obwpNkcGq219cHBhqVRqLG3EiS+CQDA9gXObl5xDSTTn5qLXjvrNqe+b+96bnrh00WB0vEnsUs/PgSyWN6kDD3mhA+LK4v58Y/4iX3oFm5+2aWw8iOoDCyU3CzmwcpAPpwlgUI+ai0CbpVrrMAiCzYIgcAziOKmpJO4XQi7FIiv5QqEnVypMqjVqMh8WdF9f30vYYSAIgmmBH+asMdBsNl83iaoVi8UuBmYS3njGWL1RqSxigWfB5yDDYHKzkYRS+k6QRYkG6fuAzaxdHzlr0SADwZAfoEBNBVmzAvVXn3thQv3VE++96djVCrJtd955ug/ezw3Y0599igTZuP8I6QJEgAisVQIkyNYqTroYESACRIAIvNUE9vvstw6MJm57U27TLXdAhyyRAhLIBBlj4FuBQgYwqwxDFZ0g4ww4xzp+AFwZYEpBwDnoJIZIW5BeABq/8xuAsNQBsUoA89DcZrULf2QWf/AaJq0CKAuADYzL+QBAxxA16iA5QBCWoNaMwGK0H0NZyABPxHBJMAlIdOrAgOIcmjqBXFhwwkOrGELfc+eiEMLGyHGjCflcCNVq1VWSDMPQzRnFpW7GkDPRo51sySd/f9o+L+z3jSevBr94JmMexMqCEh4o6YOSHqioCpN9DNvU0N8MIV/qBq4jaNQGIZfLAYo/dKJwzEajAfl83v0+MDAA5WLJ7cPPXeVDnKs1IHwBymjwvMDtw+NwX7VSg3K57EJEtUZm9v8iQFOWOA7KZOHh2iOQgQQdaxDcAxASEmWAc7yXKXqU05yl4hpFnodVNI0F3qxD7ZXn/zqh9toJ933rc6stZ4+CzAPv5+hokiB7q/9C6fpEgAisKQESZGtKjI4nAkSACBCBt5XA+0//0cz+YOq3c5tO37HpFUA5QQaAhT1QMEhMGkMB5UIWscpi2hwaHSDMLeOuW7QFyQCUMk7kMCGhUqs7V0xKCdV6A20w4JK7/CWUBuiuobBAQYbCzXLpBJlVMeQkA4HXSyJIlAU/l3eFKiznTpRhk2puDAirQFicFwMjJSRauYIjOKblAl0lKBfyoFUqZnCL4wSKxQK6dMCMBSYFqMSAiQzkuJqdt5V/u+/EbZ/b76aXvlZp6tM6OyeIgWoERvpg/AAMx7kZYI2lkJN5iHkHJNqAJ2JgoCBpRk6UITsc3/d9Ny6+RwGF60ZB2NHR4dbreZ6bd6yV44HvUYihKMPrWOUKZTpBh+4aajHXIQy1rcXcPgNSctAmvZZGmLiPC1Ao4HBchJm1LkAp5xwydDYxZBFzA5t1qL7ywl+7G68d/8CNn/3D6h7IbXfec7oH9ucWNAmy1cGi/USACKxzAiTI1jlyGpAIEAEiQATGQ+BDp/9g1kIx6fritJ12QkGWoLPCWOqqcBRkqeBCZwu4dUUhNNj0V/xyb7hzuoQnIY6xHAg6aamIyOeLgLlbeB3MXHJCAR0xrdOwQxQqFuWZBcYFhGEOGvUqMB2DJ4Vzlhr1puuJZrjn3DHUf7hxdIpAgUCXCMUb852g0aqZihfLndAphTmIo5oTQtL3IFEAvi9BN+sQx03wcwXnJAnmg9TJvKKMfhx47I2Gth+JFd9faQ4gMZTTh6ZKMCwQ4mYNCp6Aej2Gjq4eWDoYgy9iEFyD73luzSiEWiGKuF78rLu7G6J6wwmnOI5Td0xrEL7nuKLgQkGLQg7Xgsd0lDqhVqu5Y4vFIsRJc4gdckDBhwIvwEIeQqSuWeai4X1AthxFZ+amMeeQMeA4LoPUIYuqUHnlhRc66q+f+OBNR48iZHHP6QLYLzxITnvqqcf+OJ7nj84lAkSACKxtAiTI1jZRuh4RIAJEgAi8pQSOOOeWmYtgwg3hJjvv2vCKLmQxQleFoSPVEmRpyKLLQ0JRlUYNArPcCTLcEqzgxzFHiYEvPScuMJwOhQiG3Ln3WHrdpE2KUaQ5QYa5aihGtAIhGEjBQFgN9VrFCQwMv8NGx+j7oARDMYgbht2logz3cEiU566TFxwSo6GhBZTLeahVBp2ThsKlEcUQFDvdZ6E0EAYBNDRAFKfuWeAL0I2BatKsNUrlUg/jPq/UEyiWuiDSGlCbxXEDPF9AzvMhiS0kWjrx5HsJNBvpnPF9yxFDF8w5XdY6gYXcUJDhMbgP5+WcQdyROXgo5Fphiciv5bKhUGs5aK2HQqkEcn4ObCIwANF9rLGsvUj7jmEYJG8JtaGiHgy4Ui4kFAu28GYFKq8++1xH9MbJf/nmMXev7oGbtvOe00POfsFMctpzJMhWh4v2EwEisI4JkCBbx8BpOCJABIgAERgfgcNOuuFd/d7EW4rT9ti37nVALDnEHB0y/LYu0hBDDFnEfKe0G1kmpAQIy5wgc6FzHva+Uk5chIEPzagOOT9wFf1chUMpU/eG8VQsYCVHDCPEKo4iExIYRohCi1nwBXfHYy0O54phQQ8UGy13zpVvR5fOOJEneB5UlEBBWoiVBgjL0GjG4IGC0OMuJNBYAUYEIPF9pQ88T0BsBMggyEIacYQIJLp4KobAD8FYCcpwJ2wwWtIPGDSduwWutLxkQRoMaJogMbrTWLAWc8hQlKHgROGFoYYo1NxCXD6Y6xGGjh1aduj9ZQyQEzLE0Ep0DPFVosOF/cLQQWygA5j2idNaORexXm+AD6H7DHPMXE6aZC6UE4UuF2kYpHPOhqosYtl7AKEN8GgQlr72zOxyPP+0B2845oHVPVHTdt5/esji/+Y2OY1yyFZHi/YTASKwrgmQIFvXxGk8IkAEiAARGBeBfzv7qsKL0cSf+Jvs+gFdnJBL0PnhHCKXrCTA4hf2rIgE5m61CkSgK4ViDEPenCsj0kp+uLmy6ihKXGhhltMEqQuFWVTpEei0YQn7llMm3F4nWbJwRhwPBRsKi3SUrDBItmIUY07MuGtwN5ZnEnfdiAfOUZMWc7vS3LdIWRC5NIwyx1UqnGQOGkmWd5YVCMGgTI+n+V4oyFDwuSGwVjyLs3VIACtAokNoORiOc0ndutW9unljkZNsfe515JbtxzU4LqgGV3j91KnEn5SQycI6XXOCjB+Gclrn1GFenk0UBCIN+/SMgmb//Frjjbn/M9lfet69Xz/h5dU9UNvuech0HlV+6Zn4tKeffvze1R1P+4kAESAC65IACbJ1SZvGIgJEgAgQgbVC4ENnfPeLb9pJn9tku92n1RmHKtpSXg5i10dYpHlOztVyGUnuC7/LIbOQChIAUNy4kD4URSiAXAQeFt/IhFk60fT8VDag0MLPUrHVEhSt/5G2hByGTuKWCrLlt1a5ilSMaJAGw/8AYh44MSKcEDRoZ7kwzHqU5pBB0oAg8EAzzN8SoKM4LQ4CFsIwgOpAH4RBzokuF35oFXpSuNKMgwRmJcg02c6tHbmk61i9MHPHtQRZFro5tLo2obaydbeLU2SN7pcr1uHGxrmkZ2LGWCqAuaus6GNREmMg5wswjRpYFcHCF+e+XGjOu2UL88pVd9zcW1/dQ7XNjPdu7SW1XwgTkSBbHSzaTwSIwDonQIJsnSOnAYkAESACRGC8BI448xu7LTSbXpsUprynPGVKpw6weqCAWkNDPl9wDhHmZbkwQ8wty3LIBIbtqfR/fVqkBTfSnC6TCrLMD0NZ0CrikZYCSfekgqzl7Iznf6HYsDoVXpgvhvPQ4LvrYxVG/LyZKCiVO6HajF0oZDEnoV6vO9GJBTGKfg6azRg4VlLEEEyduGImuC9qNF3emGve5VwylG0SmGEgnf7hruy+W89I5yt7z1C4tjtiIwTZMvdwBc7ZML/syFYbgdaJzmXL2LcZiS1Bhg4Z3pPQk1i+0glSATEMLl7UbwfffGgK67/k7q9/+i+jeZZQkOVU5ZeSJac+/jg5ZKNhRscQASKw7giM5/8m626WNBIRIAJEgAgQgREEjvzCbYe/NqAvEOXO6aXJUyf312PombwZDA7UIMgVXWl3NINQ7LRcGxRkTpBYBioriY+XbQ85RCdt+S2VbenmVEz2axbKt6JTWuGQWJWxJXzajrMcc7FaogR/k8PXBEjL71fqrhokVivs71vsXrUxkPcDSCp11wOsrrBjsufK9AvhOecskB5og6GKGA6IeXCpA5aGbKaCzIqsMuWIuWdG1Uqft5af1orSXM4LzNaNlRFTZ7JVxiTz4Sx+bl1+XxraOBI4hlRKCMM8NKo155cJ3cTcOjW4ZN7SvsVvPjulANf/5Zqjbh3tH8VOM/bbWujkNrDxqU888cRqy+SP9rp0HBEgAkRgbRAgQbY2KNI1iAARIAJE4G0h8I9n/uiQimX/2mByJ+uXOkHkSwqLXojAKsaUYYwZ5rwa9/87FGQouPBHoRRIow+xJke7KljB78uEITJ0jrCHVypG0v+VpqGNrS0Ng3TyDcPzslDHZY6zMhOLqX0nUCgN52ZZrPJYzIcuJ65Wr7gG0gKjDrW1SaOmi5Iza40nwrwZjBLN/YJsNGKe9wKNFqG1WhlmmE5LGbop4BjS4HKBGeyfje7ZsKJyJT2w9XOmDFHKtrFIm4m11pO1BWCZwlsuSBPz2VzTgXT92Eo7fe8ywXDQNEcPzUhgmW1puPPFrBEsaiasnA+hWRtQHtN1Fg0OmGTwxck95Z/+5itH/jqdyeg2FGS+Tm7TJMhGB4yOIgJEYJ0SIEG2TnHTYESACBABIrC2CRx1xjXhgPH3b7L8XpWmntRRmCiaCph29SGYVS5XKs3sQndIYLMrLPqBn2Od9RVsGF3HtXXnYs4ZSi/0rwwmbeHGFTBnpaXOE/YbG7m56ouY24ZHOa2WFgZJBRwOjt6PhHQMFEtJWuAiE3aJjiAfeCBVAnGSYO15d3ZcG7QdeR+EiZkUEurWAAbzsbCTWSPBRBHzhASNQZsc+51hW+h0/viLHGqMprN5pTNftvwITnpE4Y62t1a4eoxtS25pI8zBGwGjpUyHRsgEbKv8ZVZcBIs9MsasQdiolTVmrVmTNAYh9MySUpA8Zhr2/rtuPm5gTZ8hFGQBxL8ClZwymxyyNcVHxxMBIvAWEyBB9hYDpssTASJABIjAuifQ29vLn3lmB7bjjnNtb++XRu2kpDMdvfOy7lf2do2YlZZcp8OvvfvgBJmNbgemTp49m0IW1+ltpMGIABFYLQESZKtFRAcQASJABIgAESAC6zOBGTP22xpscrsFfcqcOXPuWZ/XQnMnAkRgwyNAgmzDu6e0IiJABIgAESACRKCNwO6777sNA3O7heRkEmT0aBABIvBOI0CC7J12R2g+RIAIEAEiQASIwFolgIIMmLkdrD15zpyHySFbq3TpYkSACIyXAAmy8RKk84kAESACRIAIEIF3NAESZO/o20OTIwIbPQESZBv9I0AAiAARIAJEgAhs2ARIkG3Y95dWRwTWdwIkyNb3O0jzJwJEgAgQASJABFZJgAQZPSBEgAi8kwmQIHsn3x2aGxEgAkSACBABIjBuAiTIxo2QLkAEiMBbSIAE2VsIly5NBIgAESACRIAIvP0E0iqL9lcWzClU1OPtvx80AyJABJYlQIKMnggiQASIABEgAkRggyZAgmyDvr20OCKw3hMgQbbe30JaABEgAkSACBABIrAqAijIPCluS5rxqXOepLL39LQQASLwziJAguyddT9oNkSACBABIkAEiMBaJrD7jrtvk3B+W+jlT314zn1r0ocMvyfZ1nSO/0DvJOZ1FNunJ7iyTFi+qimrxBu6Ruu43CpOUJ4Y//ezaEUDNN2Hii8/n7WMfNyXWxUfvHi6kjXb8F7hGdpIFjWbwIWyOI7i0ga+aVx3+xcWtF1xmXu/ZiPR0URgzQiM/w9+zcajo4kAESACRIAIEAEisE4J7LvvrG1UnNymE3vqnCf/vCaCDHp7e/mr9/t7yzh4nzThu0JWyEvhgxYxGKaz71HMvbL0BSxYJhh3b/B3BsxqayyD9AAL1gL3UgaGWeA2PbH1u4X0PcvE4Krer2SfxYHBWutmZZ0QMfghMPc7w91uLmv2vnXj+HISc/iWuoXiUHj9Eb+7sS1Ys/JvoE4IcSZgiEs20faHpsV3GUbIq50H/t7O0O1nTj0LDeB7Pq9VK9qAUVLwegS1V0zQ+NU37jxrjpslbURgHREgQbaOQNMwRIAIEAEiQASIwNtDAAVZXI9vE0Hu1IcfvmfUguwzs07vtPGEf+8Wk4/Is9K7bY1NzkEodaLBMBRkZrkFtUTZ6lZqgYNhqzTWVneJVe5HKbairfU552MfG8XYeOUKysFViLJVrm1tjA8anEwVjAOXAmKdRPmuYGBB9Y2nvU7zi0WidssP7zynNq6bQCcTgVESIEE2SlB0GBEgAkSACBABIrB+EsAcMpPAbcboU598ZnQ5ZEfPPLekVOnoLjbp0/mkvGuyOGZlXobBRUuhp1QCrjVwu7wgGw0hFCIoyDJfbDSnvKOOQTGGXyBX5ZKtasLp+p17NqbNiUE0GcfoYWn0LPMBDNbqIJgEIX1QTAMEFgqbFPTiZN7jcb76ox7ou6H33l41pknSSURgDQiM8U9hDUagQ4kAESACRIAIEAEi8DYScEU9mP+rIAhOue/Pd47KIfvEPl84fGpu+nl8qZxp+yzkaj50yRIE1oJEHZYkq1zRyhyq1knDYgSdKrzg2n1lGPKXXddavfav7wL/xj5v69zBsZ+PQmpV51sHeMXX19xA3SSQyxcBrIRYKVDAIBIxDJhBkFN4HBUqD6tS9fJv/v7c/30bH10aeiMhQIJsI7nRtEwiQASIABEgAhsrgR133H2bnBf+KvCDU/48ipDFo953Xscku8l53tL8if5gviPfDKDH5iFetBQm5ENo1hvAwhy0MsjGwtW5PBjyiMJmBa8uyWoV+1d23sjPGYi1cp2R10WHbzzzY2Z852NG3tjH1wBMgUXvy3pgrACeC2EgroKYEMBCtQjYFNMXlQZvidjCS26+68qBsdxjOocIjJYACbLRkqLjiAARIAJEgAgQgfWSAOaQNarN2znzT57z5OqrLH7igLN3KUdTe7v1lH+G+QBhXULZcuiUPph6A4QQ0OQACeeubMaKtlXlkmGonVjmNLPSfKplw/LSvC/MXcPP0xys9EItx43hL5YDy+bVnueG53AUaO744XDLFeVyrWxd3HLnO1luUv+prcAkjuV0Eo5j0cFys3XzHZ4fd3Nn7uzWNryGVomRdn4pg2FHrXW9sQWM4pUs+FxD3EzA9wpgQUJTabC+gIaIYNCrgZkMOuqq37GULTrr+3f3vrhePvg06fWGAAmy9eZW0USJABEgAkSACBCBsRDAkEVQ7PZcrnjynx9efcjip2adP6unudlXcksL+5UGclCIPPCsBeF+MH3JgkEx5kTC2DaBDlFLsmSCJRVGqcxo7eVWgDHG/QjhARbjSHQMnFlggoGyCgxWqPCYO4YnEjyWA9ACGLeguXLiC4UOjilNKiKtwMIkaQ1GA9aJO2fauR8OVlknPC1Pr4tjoJiTVrjzMezPCUvju2vje4PX5BrAcPCTALCeoRYJKJaA4em6PB1kJSRVKuqcAssEG+Z24UEo8kzGwInLZQVZu5gcE33HA8M4cc1eW3GVdJ01L4aBbg0wxd5fC5accv3vznpiTOPQSURglARIkI0SFB1GBIgAESACRIAIrJ8E9t191jb1pHlH4OVPenjO6qssfnyfs2dNsdOvLCwt7FXuz0Eu5uBlZQWHisSPQ4ylDhJKLqy0mIqRYRcp830MFqS3IFlaHh9FEXDhBJTWGrBTGQou5c5XAO4wBjz2QNoAQDEndpSMwTLtRI0EDlJL9ztmTaGIGhaFaZ16dNhwZhhSyIR080LBhnlomJfWEmQoslCgeRoFGQPNtRN/SmgXSZhL8m6NCj/3ErcfF+olXibIDFiu3BxTSZYKpHTjkLZ2QzdtRaJ3rN5YdnnnDqYiFFBgAs+KlGAIqYaaVDAwAUBvAg9X/flnX/+7M+9fP598mvX6QoAE2fpyp2ieRIAIEAEiQASIwJgIYMgiGHaHTvRJo2kM/R/vv/CgjsFNUZDtXe4LIBcLkChqXEex1MEZa4VAJ5uGBFkadtguyFrl5DEwMBVe3DlVymjsbpbOAU9KUhmBosoJG4GuDweupAsXFEyAdoKs6cRQWiqeg4fHoFDKZFFrPiOdOZyY61vm4hwZGIGiDEUiT99DWnzQcw4Z8lCg8EcoYFaCH/tuHHTNtESxlopCoSQIIwFlEG4acF0tQZp+5sIuh8IhW4Js2bDOsVZYTAfIBJljIIecQVc1EwWZF8PgRIaC7NFaMO+s6/737PvG9ODRSURglARIkI0SFB1GBIgAESACRIAIrJ8EsKhHuVD6teDy5D89ePddWWTeSoumf3SPs2dtLt59Rb4/3Lvcnwky0M6Rcs5RFuY3HhqtMLzhflzD+Vd4Xck4KAxNxN7GgoNyYYPG9cziJnWmcHOCBxLQRoEAFFy5oQZfKNYSHqXuFJ7rBJkAZlDYeUP5b8Pips15YgZ0Kz9OWBdIiS6dC3fEyXvMiTypPeecGRRjkDgB55y02BsKZUSHDueJjhcej6GTKCrTPLFUaLmwyqyxNq5rOIctzR1rHdNi7sTnGMvet0RZuloUZEgZ+QwLssokDnqqmV0N5p9Jgmw8TzqdOxoCJMhGQ4mOIQJEgAgQASJABNZbAvvuvu82CbBfR43k5KeefWS1guzfDrjwoAnxVijI9llGkGHOFeY0OUHWHmI3PjRp7ljqBLVEBjpjSsWA1d1xvNikuWIoeAzmaGFYotMT2oUTqliDzyWErIAmj3Od0hBCBYAuGgpKy0GoVAxJ8J3T58IRMfwR18SM68fl8sX4sCjirqChBaPSfTgH7kswOnW8MK8NHboWExRkKBpxLS7fDsMe0aVzOWipQ+ZCMNu2kU22W+KslS+21gWZK46Cyk+m6x8SZApqXgSpILOzq8EbZ173v+eTQza+R5zOXg0BEmT0iBABIkAEiAARIAIbNAEs6lEKw183Gs0TH57z59X2IfvYnucdOJVte2VxaXGfcr+fhiyioMkEGcJaG4Ul8DpmuHzHMoIMTJpZhe6YFQYSkzhhg66XUgaYFq6gB+TSUEAeWQh5AfI8B0mkQEjpwgxdSGNWOAOFmNAolDgIFFFYnCMLHUQRhWtCv00zDbGOnCgTWJURc9lQtQgA7mHuGo+15b6OLfCEOUFmJbpoqehLQzvTXLRW+X4Mn8QNQxxbW1psZLhSZUvAOb6oAts4t1dqxM/H7ZCltB3/ocqQGIZpU0GGIYtmE3TI5pEg26D/dXhnLI4E2TvjPtAsiAARIAJEgAgQgbeIADpkg/X6HR3ljpP+/PB992y55axcd3HwXSwIl86e/cDraWnD3v/TD70uQ+xTMy88YEKyxZWFpcV9y/3SCTIP845QQGTVEceTQ+aE2FDZ+ZYzlr66HC2X5pQ6UZivhaGAmiXghT7wQL4emXiREVzUdVVpGZtAcC5qni6xUs5X/nbVwarPA+kElxM1mPvFUCBx8E3gnCEl4rQgiMX8sjS3DDVT6nMlYEQCXGI+Goc4xibYHGTOA5s31zLufdeL5RGqqi7XmMvGOTAvDWdkuuUgGuAsFYA4tsJqj9YCV6kAQgHXEmROvLnxs7UzNhSyOOyQtTtq4wxXdDGr6A2iIMscMtcSAAVZVmVxAoDZ1D5aCxZQDtlb9HdJlx0mQIKMngYiQASIABEgAkRggyYwY8Z+W3uM3xHH8clznnz4Hnwf12o/VgZir9h51WDfwP0vv/z40haEj+91zgFT2HaX5/vyMzuW+hAmPC39kJWPd65P5uCMCZyrXJhV97BpX7BWNcGWKMGiF84VshaapglGGij1lKJ8WNjT1/3Pz4+LrG+zh9O4yYU78B3mgl48LSl7Ovju4sV9Hw6KQRqOqDFuMBVJksk01FFwqNtBiLkCMMqFEvomrb6IM0sghsKEwqueL//LROzQWqUxI4kNyFCCLZrzNdjvF+PSoaqa/KduKufiMT+dK5bdx03LxI0Z2FwaDomFRzBMUXHQVkEk03wzrKYojQQPfCcYkUNW83BErzTX9SxjNSbqy5y0nCAbkUPmqixOZY82/QVnXktVFscPnK6wSgIkyOgBIQJEgAgQASJABDZoAnvvuve2TaNuD3K5Yx9++IH7d9tt5iZJffAHCxYt/kDX5Klvcit+Usp5P95y202fuvXWWzUKsp54y8u6Gl37hwsBygzLyCcgREssYAXCcXyFGoUgk1hI0SRpzy/s7yUNeAUPZC74YuzFr9T9qN5g1d/2zj6u3rv313eBBWyHDtuZL4riSfPnz9+dFTjk8gH6WnWbFmgMmpVIhizvhGUMFRAhQC4MY0wyUxFnSZIERjLor/dDaUL+81947vjLr37Xf51U769/paPQNo1kXAAAIABJREFUVa5HFSa62LxarXbPBH/SPpXFta3LpQ5IVNzUMpHNZlN2Bz0msSpWXswbjYZfkh2gmokTlZ4nwJdhki8GSX8yYC231tOSCytD0ZSMqbT/mGtqjW5Z5iIu24B6uOrieB5aJ8gwzw4FMVavbBNkdU+7svfxJPOIyi868+rfnv6nVYzlMtHGMxc6lwiM418TgkcEiAARIAJEgAgQgXc+gX32mbVlEtXvZIJd9OijD/0/nPEuO+72UWPN9yvNuCSZjHLce7Iz3/O9Mu/8BU8mbrtVbofLu6o9B4aLLJQhBzaJQAgM+0sbI1usCLjCHlmj47G6kEV0yFyOGJaY5xoUxGBco2cLVaiBPylsNIPK3l+efcpTJ+144bXd1e7TxaCEUIYu/6s4pfB3K9n3dWT/lgtztlavTMp5wUcG51cPNkZDzyaFv0W6/hNg8Dds4+yZQEba7ipDeWxTxrdW9ZJLL33ynJeu3Om/tg8h3D6qNGdW6oNnelPYT+Io+kNRF/eOBpNjurt7FsYm+pIN9BQVq+3LvOP+WEUL636jaLQ+DKr8I0kzgQlTuiuWs/9XrzT+4oWsEUvN67W67Sl0s5Dn92guic+wDQ02YVDI5SFJMEyyVYx/uG9by0FMQxnH2I/MOZ3pPUwFWdaQGkWZ0YCCbEmngdz0wsPzk7+deNMfzp69mrva+j5Nwmx0jz8dNYIACTJ6JIgAESACRIAIEIENmsCMGTM6Ai//I2vtNkkcf00Kb5E1Zko9apzXUGbLQi60cbXJo0pS3XzSdv9TYlOe2SrYaVZXveuQcCGDkg3aBBnmN7FxC7Jh96fl+IwIx1tBUQ8suBHbBCqqBuHEMFHF6u69T5729Bk7Xfx1/ro8rQxdkA9ywEP2Utypjr7g8c/d+/U9f7CnsmYC9wburTXymwWJ+HG9UduN5/V/XPT0WT+6aq/vbGVjvX2elZ7xuJxeaVRuCkreN2qq+ePzZh87eOWM/9rcVszkoigevLC26MpqafBfr33m/J9ctNXX32+a+s4JEybMXlox+3/p5c9EV864eXMv8mzMmtULnjqx/0szvj6tm3f99MXnX96na5Pua2HKknM7K1ttUlP192mpHrlo9ilP9W75g1xXKK9JBs0JvCHABx90rMDzsobY2ZPZaqS9dgUZOmSujKUbxblkRkPNt1CZwCGZaJ/usy//YgnMe7ZmFtqqGtDccsYZN77HByrN6vxiDC/d+eSdtSye0uUgbtB/TLS4t4QACbK3BCtdlAgQASJABIgAEXgnEDjqqKPErbfeavbd98B9BWOXDg5UtsqFwVIVxVGukN92QV9fKZCBLQUFf/GbfcBUsX+HTWc8vYW/Q9xZ6zokv4i/NYKsDc6Kyt5jPhcW3MCy97hh0XusI4+irGGaKMiWLDbzD7j0hTOePWOnL3/NfzM8Y4KYyKOk2ShOLdxw+rOfOrd3j+t2EpC7pdYY3M4P+DGXzDnrp5fs9PXPC8//lGbN4y6ac+b9F+50xackBKdMzE9klf7aZCv0tMX1RX0sZEdc9fxFD3x5l2+elgzA+TyRBRPaUqOr9tmrHj3r+xdMv/LDpmH+u2fihCfrunJw7zNn9n1xp69+gFW8S/xi8Pyi3IILvzH74lfP3/by6yZ1TT1usDH4j71PnXrX53e8+sLX3njtkunbbPXzeTb3ycn9tXeHtvQHL/J6PGwmrTjkvACUShtPtzywt0aQDTtkLUHGbOqQJZsVodGVvPjy4NON5+bNiSowP/by3OaDgqhHTZb3vZhzUDLwntVgv/nnR+98+p3wvNMc1k8CJMjWz/tGsyYCRIAIEAEiQARGR2Aox+eA3Q6YCEW5S6Na8TnwifU46m0qPS2QgdGNhOVY7hWbFH8+rfPdr27Gtzuyuz7hA/lFDDpYHqxqDuWQuRSnoXL1o5vEyKNG0xjaWOUKbWCuEzaGZiItJtLUDch1h/1Lknn797566twz3n3xNfn5naf0yAmy1qwt7NisfMKpz338F7373zg9B/JwrXXZcvWbLz5wyqO9u1zzoUKu8F9N1bw5p+LLtVeW1ah6QKgKH8rJ4JOvLXq9y+Y08An2g9fOvvjOc7e7+sLGvNolk0tToaIHonr3wInXz/3y9y/Y9soPq0H13z2TJjzWX+s/ODTNqCL4xdEic+7ETSboxf6Cg69/8sv3f36nK3u5Db7Ic/wUXur7Tm1J/p/L5eIXm7X6t7/y+Nk3XrrDt/dnNfYbURNFVufQVegEHacyzPKs+EkGL63EmCrUcYUsZm6YE3xWuBL7aGuhQ9YSZAMTBTQ6o8cG2Rs/GeDz/7ao8aoxrGGttTpJDLeJ7gjywXtiFR1lQL8cJ+r0x5750xNjexrorI2dAAmyjf0JoPUTASJABIgAEdgICWAOmR94P+qr1AOTqMFSrnC/b4v/WZrKflnu33nnTey2X+tudL+3sJhDGUIAjTlkwlUAxCqL46rpgSXWs/yztOFxWga/1Q8Lb4dr2YxVC4G5KoXa4v40fw0dMlkW1ThX2ef8vx37zJnb9V6bn995WiebwBTT84ub5j938tNH/bp35vWbCOPtEghfNlSVNWtVXfZKuzUbyaVNFUFYCH7EpPh5Lijec+4DR1cvnf6dQ0ygv7ewNm8a7zHvv/6xS++6cOevX7T0lcGLe4IJkHjNZjSlcuLX5nzpB84hG7T/PXHyhMcWqiUHsaLlZkBfM/BS7egtt9li4aLCgo9eO+ei+z+/yzXnJIPxV4s95ce4TP5Fq9wbGmpbW+FVdTPZTFb9c0pQOFzUJORtAUxDu8bVyNoxQVHWUqWuGmVmGY41fyx71oVFsYe92DJBhnllgALYQN1XsLjDgNw8+POgN//E63936kqF1t7bHXSwlvo/hSdvV0J+YfbsuwY2wj8nWvI4CZAgGydAOp0IEAEiQASIABFYbwg4t2yXXfbezET1n74xf95+nRMnPVUudP44x+QvHnr8vhdwJUfufsYBm6htvtzd7D6o5ZCBwkbJaZVFV759HGXvXSNnJ8j4kBAbbnycBekZ6wpPYEtqFGQoxICngqyu65Cb6FcawcB+5zx7zNOnTL/g2in1LU/zKgG2AauEm4YXn/7cv1zdO/Nbe0glv5vj3nsi1WhCol/v8Dsm1xr1EuRFMtCoeCh8kmr8lS7eeeV5z3+28pXtv3Pbm0tfPTI3WX7g6se/9Psv73z9GawqrhGRB01ZhyXl+cfc8PTl3+uddu1HbZXf2jOp56k+1bc/BErahH9zyV+XfnzatlssWJB742NXP/XF+77wrqvPjKrm6lJPaa7RzUNjMFsAYx+WvpziWbGHXmq2ifsU9PBuEJGErnwXWGMg0XHaqDoTZM7BcioYe6M5b2tcD51wJf7bBZlaRpD1dRmATcRDA+LVs2+86/yRVRaXKeIxc8bBFyujPtSMmkc/MfeRZ8Y1MTp5oyRAgmyjvO20aCJABIgAESACGy+BXXbZayuh2bebzWZVhN43tt9+q/ux3H2LyMf2PO/ASclml3TVJx4ULsaQxSJo1QQsRd/qDcZYq38YfubSu0b9ikKsFbKIsqDdIUvngFIhFV9YkB1fUQM6YWYYNGwNwgneQM1bvO95L5z07Bff/dWv8XnBGZ2ixxlIoiwe1d3xv77cN/DKVj09/6yajd0M1/2egX6p/bMsFx0VWz/feiIx2uwcgDfn/Cf+42fnd91c7pnk/X5RbeGerMMc9dVnPv/z3m2vnZ43xT258mcMqv5zkgnR0Zc/cd4PLp32zcNtVdze1dM5e3Ft4MCwJAUD9q03n1/wyWlbb764P9f/T19+5pQHLtjy2tPjenxtsad0VyThY9IX3SaODuBMh2C4Hya57YM4/BdR5Z2BCoAnaYNoFL9OkGXOIRZBWbb8/eh5j7w/w08+B2vSxtXAlPuxVkE1UFDrYZBM1A+rzoGzr/rVqfev4K9lSJTttfMB/8Qk+xIwfcJDcx54cOP9y6KVj5UACbKxkqPziAARIAJEgAgQgfWSwKxZs3L1RWy7elP3Pf33+14buYhP7XXBAROSzS8vDBRnlgZDyMUeYPoWfmFXInHqSxgPGDZTzsrqrcnriqAtU5oPS7pnIY1D3/rRIcOxUJzxBGQZKiZI/gFM8lwTkotNhZ1gEuuEDPMZsBDu9nxxQz4f/ElWG5EXeKbGza460j9sRMkmIp8/PWLip4WG1VolPGb6XVqrY5TSxygbs3wp/IMnxOe9JJyrmn6i/NonItX4XiSik2Xo/2dno+Oflixc+sPJkyc/VYuiw2LV8PK5/DWL5y/5p4lTewYSmfy7NzH/+8aSwQtjm1wQQ3JTI9Gf79xyoAqVqX41GWSDXjl+T0MFA012Tj4uXGRrADLxIS9LYFSa1WUZlqdPRaprW531JtM8zeNbE+7pFYfLIOLvQksXHsqtcu0FYqmg5imodwGYyebRSnnxWdfdfvZ9q3rQ99h578OYL79imT750UcffGC9/KOgSb+tBEiQva34aXAiQASIABEgAkTgbSawXGPfj+121oHTxPQr8v0d++YHAgjjADBzyXAFiWwAYxakDpyTsy43F7boZIkCWZBghXkOAPqNMTtorTtcKCUGQnKclwEpZU0I9pwFXTPW+JzZLbTWUxOtIFcsVQ2zfzWJraIPpZXZyhq9mTEWrDUQeAEaeS8zLt6w6OIZ2MZYPdkaeIkz9qJnxRZRM9kmny+qJFEPgTKY97VbPW7ksSG1suo5K8z8mCd7e3n5mGHqmKqplZVVZ2rQ2wsPtFXm21fMveBbV737W/uKpne3aPohCjKIOXiQy+QT5tjhulGMoYuVOoooWNPqlGu+4flpCCQHafAHl6pAcw1NoaESJBB1AsBkO7tSWnLWtXec+cdVjbLbznscai1cISWc+Ojjj5IgW/NbstGfMcZHeaPnRgCIABEgAkSACBCBDZTAv+17zkGb6K2uzPWV9s4PFCBs+uBjI2FhIOFNtFVAaglifGlMa0xvSJAxBonly1R6dGF3mYPmGldjyXwXimdA67TJshCpgNRWQWTizHXiTmByLgF3C+4B4xZUpFyJfQyRxOhM3O/CK7EHm9VOoAY5D3Si0pw6w5wQlL7n8r8Sk0BsY7DSQKmneOMm7ymdOveRNw6IdOO/E6a7C10FqNej/7jqhQtu+eoO3z0qWtz4WV4UgDU4BPiKFlhWyTIVXijEtFsP6jNheJZLtsYYAS+teJqThvcxFWQGFDfQFAaqvoKokwNMhjmVcv+Z195x4ioF2cy9DzysGSdXcAvHP/L4X/685jOiMzZ2AiTINvYngNZPBIgAESACRIAILEPg+A99cVaxf8pV+f7SHoX+AoSRD4EWqVAREQDTThSkxSXW3dYSZAACFFYHRFFmrRNeLlQxK/6RfpbOK80/S3t6cZHmobmwP1eUJK3k2KrmiMfgfnc97H1mzFABE4kn87SgCTpomFOXC31QUZzOAUvSMwZ+LoBG3HBaKlYRaK6g2FV8iknx7xNf8J56bov5u1hhu5VUixeUinMnLqjtNqlz0rfrfY1dWcxBKg9KuTLEMTJG0YmTQjHWUr8WuDXjEmQo8BSqaXTItADhyumnOWl1iY2hDcRdDMwkO6fRsfCMq28/eZUhizvvvMehkokrlLXHP/XUw39Zd08EjbShECBBtqHcSVoHESACRIAIEAEisFYIfHLmqQdPNVtcGfZ17Fnoz0O+kYfQeK7ABoa1WabGHC433gk6AcWME2DoYKHyaYmydkGFwgmdLyfKsoqELRcNY/6sFU6QtEQeM8M5aniOxLLzmVhrFcVw/bowbNKN72rQp6IJBVnmkA2JPI6jGohtBDL0wEr2SGybv2eCD1pmRAKahcWwRyr+kYVvLJzWGXaBiSyEMgSLRhh4I1BlgixzyNKeZGOjaXkanojnezrNBUSOmgE0pHUOGQoymKRm14sLz7nmf076w6pG2mefmYcmkblM+vyEhx6ioh5juysb91kkyDbu+0+rJwJEgAgQASJABEYQ+PT7zz2kpzH1snBxYa98XwiFZgHy2sMC9C6fCSv/uaISreIb6/jVgs7yqYZFlEW9wiygt8UFA60MMAzLa1llmShLHTEG0gme1NVKc84ydywTOamgS/utDTtzKSgUZhpL0ycJBF7OuWZOIDEGcdwEz/MAm1pzj0NsYlefBAMgDdPuM42KC0MntQbdTKAclpw9FfDAvbpUuBXk52FY4XIbHreG/DEX0IJyAlugIMvGSpiFhmegFiiIOxmYifEjzfKSc66949RVhizuvMNuhwrPv4wLOGHOnIeoyiL9i7LGBEiQrTEyOoEIEAEiQASIABHYkAl8+v0XHdLTnHRZsCTcK9cfQLGRg6LxwLPMuVIG/ysw9A8ppAU01vVrKrRSgZIKpnQeaTn+9vm0i7JhceWqRg6dC2D1cPiiK7cv0rL+LaHW3ggbWygzIUFpCy6UERtYm1SQGa2BcezvhYJMunwydNIcNauACQFWJ+BzAXEzgUKYB8k4VAaqUC6UnMjzvMCJtZGijOH6bNpIG90sl2Y2Rv6tlgICK2XiNbmCmCtoegpqfgJxl4WkO7m3Vlh0xo3/+4XHV/W877HHzEPBisuM1SfMobL3G/I/DW/Z2kiQvWVo6cJEgAgQASJABIjA+kjgsx/4yk7leNLlfl/usKBP8nxTQlHLtLCHTSUZMPm2hS2mQmqobdqQaGqxdjlh2McrCzlMxduwYMNQRqOSoZBGlzeGkYhZ/lhLqC1zftYIGz/T6BSCAC48MArfYVZb+pVSMAlKxcBE5pjpGIQn055iWmHVEABtQKIj5vkQN5qQ81MBhk5bSwgalz02XMWyFZ6YNnROi3KkgmxsG/JLoy7RKTRguYaIJ9D0NNT9GEMWje6MbqsVF55z0//0vrg6QRY31WXA4YQnnySHbGx3ZOM+iwTZxn3/afVEgAgQASJABIjACAJHH3FlqVSdeq4/mDtOLDYTc3UORc3BBwtx3IBioQAqSsP02reRoX3t+4ZDB5fHvaJ9q7qWqzS4mm9wy5/f3rFrfLfc+XI8bVzdEkpDBU6cbZiGOzphl82z1T8M37sqiSjhsAH0iDDEoT5jFgt5pCcjZWZS1ijIXCPttmuPdjXDVSoNcM9AlKAYLDgnbqA+CH5HHqo2glqgQUwM5jXyle/Wq7O/fPPsm9MylSvZdtttn0OtZpdx4CfMeZJyyEZ7P+i4YQIkyOhpIAJEgAgQASJABIjACAKfPfiGQ8J68bzOZvkAGEhyuYSDaUTQUS5CrVKFPA9ST6ilMEa8tnK6cD/mco08zmi0pDJ1sYJXV+dwFfvR4Vl+aAzp486NSl/bL5FWLGzJMpRC7WGIIx+AVQpClFyZEkMh1hJf7V8qsUhIqxhIq19Yew0OhkVF0rogaQ5Y2zUxR29YzKVOW9pigDlB5o51b1fOr33xLf6uuAkWNOHaVX+M4xgED0D4HnCfw8KBJSA6CuBPCJv9rH5fM1x6ybfuP2W1fcVQkIHhlzPLjidBRv+UjIUACbKxUKNziAARIAJEgAgQgQ2awLHHftvjf1Uf86veZ9kg3zWvCl26YUAnFnK+BKEVMFDL5Wy1criwcEZ7LtfI3K7W/uVzvlaWC9aeq5bmgq2RIDMjBdqwe9V+I0eKtBVWMnSCabjAxpAga1NcKLSWE2RD3zq562/W0lTpL8Ol7XVmtzmt5tRU6oyhk9Vy4tIm2CvP3UO+aZXJtM/asrlm4EIqtbLgeTmIkghQHyrfQL67OLgw6ntMTPBvuu7eT/10NA95JsguY5aRQzYaYHTMcgRIkNFDQQSIABEgAkSACBCBNgK9vb28t7fXzJrVK7dJ/A+EcccnZZTftSDLk40WnlGWCas4MM0Ylhzk1rpKfdzi+zaHalnHaqhMPDPMKtQXJg3FE1n5+CFna6TTNeJ9qmCc+TZsEi0n0Jzmw+bHI52yYTGF5wyHMjrXa4TK406hDXtreD33PhVlQ98jR4Zdtjls2LGtRde6UvvDZ2Uhj5mSQ1HmroriLEtaywqPuPDG1rAor7AEPzOO+7AjaJbhv9L7AWBVDFAslaAyOGgE9rdmjViJaKEJ7SMmtP/fdX849nej/aPYY7eZh2rDLmPWkiAbLTQ6bhkCJMjogSACRIAIEAEiQASIwCoI/MeBl24eD5oDCqJrGrdhUcXMl37gohI5YA+rzKnhxlUbtByFgWDADQAKrqFXFzKIAg44CNeni+NxgI2bpTvOCTSngpYVQhgjOCTgeBotabDEPV6F4SlZiKC7apsfZPkyTlUqsLJwP8z1wm7P3M1kaB3tV8AR3EjLrKNtXctxy0rxZzGNqUxEYSisdbZYdj2sxJihSeVlmjCGZVPcfJxg5dY4yqj/GC4/nSNj7lMLGBfZznd4Xnhf0lXh/dCuJKZFuZfNC8v+R1EDcqHUjWSpEn5jwCuq+YNmwe9vufeq+WvyB7HbbjMPBRCXaa1PeJJyyNYEHR2bESBBRo8CESACRIAIEAEiQARGR4Adus0pfnHiVrzaKc3kRh9bEHavtj1x8ZU+d0x1i27WOmdyo+S+g5XCiq20/T7/lT47ZYtut29+MT1vSnXl79v34e+VRl923XReeG0cY0W/A7wCpWz+KzqvNb/WuSuabzu29vmu7PeR68L51Sa+4qRW+1q6Xpxq+6fPY/iK+/ob89y6usIVv39tUsSRMzLG49qZr+i9m/cL6ey32Rbg+t+cGo3uEVj+qFSQ8csZM8dT2fuxUty4zyNBtnHff1o9ESACRIAIEAEiQASIwDgIYB8yrfkVjJnjSJCNA+RGfCoJso345tPSiQARIAJEgAgQASJABMZHYI89DjxMa4uC7FgSZONjubGeTYJsY73ztG4iQASIABEgAkSACBCBcRPYddeZh3m58Ira4NJj5s599OFxX5AusNERIEG20d1yWjARIAJEgAgQASJABIjA2iIwc+aHDms0G1ca3fzw448/lGWmra2r03U2BgIkyDaGu0xrJAJEgAgQASJABIgAEXhLCOy++6wPCU9+sFGrXPH00w8teEsGoYtu0ARIkG3Qt5cWRwSIABEgAkSACBABIvBWEpgxY9a7vVzuXQIqf3jggQcqb+VYdO0NkwAJsg3zvtKqiAARIAJEgAgQASJABNYBgQMOOHRiFMXb5POlZ++997al62BIGmIDI0CCbAO7obQcIkAEiAARIAJEgAgQgXVHYO+99y5zr3M/xe0zj9x352vrbmQaaUMhQIJsQ7mTtA4iQASIABEgAkSACBCBdU5gr70O3Crf0XVes9H4wYN/uvOhdT4BGnC9J0CCbL2/hbQAIkAEiAARIAJEgAgQgbeLwIEHvnc/w4IfNo3690fv//0DY5nHB884o9smhQ7tS89owbgQtnUdTwpmhM6+s/vZx/Eqh0nazl/RgUGwZrNMtB6aT3rm8AU8pYb0RCLliONWNk60ZhNYB0d7QoxJFxmtGVfCcqltooY5DdTrrCef141I16AAi+/t7VW4jKOOOkrceuutBgCGWI1p4HXAhIYgAkSACBABIkAEiAARIALveAIHHfSBw5Vh10PgfeqBu379pzWZ8CGnXLBDxPiMJPBnJNybbKUvGJdcgGAMOOMGgHPOGQDjYMGAACM14yIdxQJb4Xd5a+zwl32WfvG3Ftyx+IZ5AsCu+Fxg1lqUC3gcMPebAWOZBWtZeg2e7krHsIwxZpnFI7ItPX54DvhmmIsAY4XlzC4z99b8GAOLa0/n6s6z2UgAJp0YRzzZhmxWxmH4mHR8PI6BmxgDZGuBGQYWX4fmjrzSo9NLOw54TjqmZRqAaWY4MNzLU6SWaTzGWIOna6sNWG2SREng1QL356o4fqTcCB/7zfWnLqdGSZCtyV8NHUsEiAARIAJEgAgQASJABNoIHHzw+4/gXv6GptGfHK0gQ5fkpU13+sBgHB2T7+l8T+zJniaA4H5glbHGaotiQTMLHCUEMIsSzGSaINNJTpy0vsu3BE/7e/zdiYVh7YLHc2u5U2n4O142lRVg3D4cBoAzi5MYfm+z9+44Y9HscTKpNV5rrNacMknn9o+YA0oY7sQdsxwsM5C9tt5b5uQaijo8zripZcc5weO0kJs96kCc7LB8askoi6ekn6NwwuOccsMJCobrdb+PnHeq29JtJFv3Gc5LC4PCzlFzFzEoeNMN32hlIZDCgGVKNSLGElPrLhReqw5WfrZdafItd/QeV28bY1llSn9dRIAIEAEiQASIABEgAkSACIyewMyZBx4hZXhDk7FPPnTvb0flkO1+6hc/tBT4BZ2bTN61IWy56TPQgQSe86HebIDnee5bfiooLGjQzq/BwEWUTNIaEC3JM/qpuiMNQ52AcgxVBHpdo3vFWbjjUa7xlhRZw8Hd4anewXlwy1f4KkC4Na94fyYTW/Kx7VWg8bWCz53MzD7HsbXWw5bYCpbgRPBKNtR0CQjnteFRHJi7J6mZhy/ooAmnEk1iIBAe8FhBNFirs0S9EBr9nVylcsuTX/tarTUEOWRjeY7oHCJABIgAESACRIAIEAEiAADokAVB4ZtNpT5x76pDFp0bs+NnT9xmwCteXt5ys0NUwLp03odGABAxBVpYSEzivuxjiGLqVoETJ5obMAy//gP4GgDDGce6Wa6cKEObaUWvHEfP9hs05tqPczYR7k8D+sb0CuhzDdtTLZtqZa/c+VFtdpZNowpxHi7ucFmnrd1Ra3fg0uNHIUAZiJUeh+tVuL9NjDmXLGPRkpwoWnWcgLQMSjKE5mAVWKL7Td/Ac1v6+UseubD3tyTIxvoE03lEgAgQASJABIgAESACRCAj8MEPHnZkEqtvau594o93/8/9qwIz49hjvUEIT692F0/seff0LZc0B0HlBdSZgojFLpnJ8zkwjSLIgMiSuVAEoKOEggw9GV9L5x6NZ1uVQ7Uy56r1OWicy8qdqnZHasUjGRn5AAAgAElEQVTHoTM2PqcrPX/FDhsmhq1sfShyOZeZ2HWhmmlW3Chf8bqKuZBNkJk75gzHNPnNrYtxDo1GA/K5Apg4gcBwCCwHqTksfeXN+ROs98vu/vr5D11//SDeQ3LIxvMk07lEgAgQASJABIgAESACGzWBvffe78iOcteNmsPH7/7dqgXZ/p88oWvp1Mk3VScGhzbKsmxCD5pCgc5xgByDKGmAjhrgoUNmwYUlYv0KV5LPhSymgkyYNGRwzA7VkLO1TA7Xck7TSOep9R5HH5MzlpXISAXQ6rdVhQ66szPHyzoVNLrQSzwOj2/LXRv1ut36uQINyo2H9wfvU8vBw2k4UcbxXirI50IwDQV5LsE2lXM2u3i+0f/8q89M48UTHv7qVx4lQbb654COIAJEgAgQASJABIgAESACKyVw+GGHHxkr+61qlHzsgT/+bpUO2awTe6e85unvyS17DhgIkpIsF6A/qUDdxsBDDkwwwOLrQlvwsi/7KDqwICKWkEBBhl/6UzfHrIGvswL/ByuGWHSS1vwVCyyO1SFLQa4lT2iUIYgjc+UwJHE8DuGQnDSu+Eq6GsZA8zTPr6FiyBcKgOlkzWoDJhTKIBSD5tIK5BMe24UDf90MgjMeubT3rrVIg/5KiQARIAJEgAgQASJABIjAxkfgfe/74JGcyRsjoz7+x7tXLcj2/Mw5U+pTe26pdMD+MDFfaDAFJhQQ8QQMN5AkMUghQCgL2IksrQyP2WTpT8uBYa70+nAS2ch0Miz25zy0EV3BnHuDn48wqFxRirYtFX2p29PaXIl3Nye8RirIsMAF5po5lyi7hjOrRDoAHttefAQFS8tZGzlm+/h6uEXX8PhDte9R+wxfv1Vdv7U2d30suJHVjlxmXSta04j8r3aWK/XxsnDRtMLiMDx0xtwaBYdYJSC5BxIbFjQUeIxDWebBDDZs8nrfc5srduacKy51eWRrSZ5ufH98tGIiQASIABEgAkSACBABIrDfAQcfWQoLNypmVxuyeMDpX5n6poQfxJO9A3VPEEZcQexZ0FKDthoE58B1KsZaagjzxtr1UvuXd27TXK52MeK+4GsDAZegG5GrAhgW8lCp14AFXlphEYyrNBjkQ1d4Ai/iQiOVdmIKM6SYJyEyCrgQwLTGuoLAmgn40gMs+h4zC1GW25bTzOVT4YYOUYI1MRgDX1mQ+IPLERwiCaBsWiSkXSy2hE+rNVpa8iMThVjAA6vJo7hDoeXEVtpRjJt0H7Yt05JDQydu3m4/VqPEkM9MYaFQQlb4isCQMe7HHzy+VcWylQeGo7uQxLTWfTaZtJhJWqly5YJ3WMhiYX68Dnfjcc0gpzgkrww+v7mxp8+5NC3sQYKM/h0hAkSACBABIkAEiAARIAJjJPC+ww4/EhJ1Y2LMah2yGcd+fmpfOf/9eKp/oO728zHXEHsajLBOkEksVIFhcCat4odiDAVOq9risOuVlZ/Pin44oeFyl9JFMG0hLzwQCbYn1mCMAZbzIWEW6kkTimEOlg70QS5fdPskk2mBCvzhHGJjwGQCR2SCLGACWCMGbFvNuAexAGiI1CkLlXHVBHGqigNEWPmQMQiTNPzS9VoeIcjSepHLZ5NpFFOirYrjSEHmnC+06awTnk6seRK0YNDA0vxSOIGFYsoJskzbIR+c24oEWasUP+7H9WS9ztIcvsypRJE17FKmKm95BzIr6d8msdJ7hnl/aau3MJEQvTL4/JYKTptz2Zd+R4JsjH94dBoRIAJEgAgQASJABIgAEUAC+xx48BGlfPHGOIk/sbqQxR1O7J0Sd4bfr/ewA023Xxi7IEvZt6oZttwdJzawLD4TUO1bChM7ukBFsfsMxViTGcgXQmgMDsKkiRNhwZI+kL7nhJjHBdg4FW8cBQ4DaFoFTpApAyH202rGqWvEPSdu6l7qzkmlUwco6wOWYHV5xiBwdpIFLJ3vXCwUjhjoiK5UFlbYKtzRCj1EMeRy5tocqJbj1crXwvdO6CiTCsrABwUWYm7BiNRFc2Kq5TZmzl1LkKFEdM7VkBFn01DDtvbYOBbm8bnCKZDlh4lUKKNjuOKQUBJk9K8CESACRIAIEAEiQASIABFYpwQOOvTQw33r3Rjb6JN//N2qc8hQkPXn4Hts08KBptsroiCLpAIrYcghQ9dH4AercMhGhsu1h9vhecIyyDEBlUV9EAgJQZiDSqMONuc5AVMIAhgY6IfOSZMgMdjUjEHciMHnAgLpubBC/CzBUEUhXOn20PPBU/Zlpm3OWjbFCTwJTgBJFHGZuEFhZXkmilDIgIUka5o2lIeG/dRcb+plk9dauWtOvGWNllvCB491fcqycERPuPDO+Vabuhf407GQBrp6KMxaYg8dslY4ZMshw/mikda6bhqCmDp9rfDPVvXEdkGGIjPJcuNwvalztuyjloaDosM2HIS4Eofs2c1jc/oTV1x8pxN46/SJpcGIABEgAkSACBABIkAEiMAGROCgQ//xcNVofrPWrH7i8QcffGDPQw6ZXtN64dx7761my2z1O4btj/38VDW547u1TnaA6fZLLUGGIYvoImHI4uoEWfqFP93ai060f+ah4IgU5Jl8yETJgiSOQ+57KFn8sJCfrIzaWoMNExQwGKaHAkhbl3eGoYsulyxzqTCEMao3IJTyz9Kw48GaPOPyBzGY7V3IIgoyDGPEHDSjAEwWzpeV61ciDRVEIYVl31EsYogkoLDKcsCcjuFY8TFzzjh3x7d+sKy8E3x4PDbJNgZ833/QZ+xzoDTj0r+u0qgdLHzPCUwMeWx3wHBuzp1DMYZDqaxASUYSL40OmcpUJa655ZClYzJYy4Js7uaxOYME2Qb0DwEthQgQASJABIgAESACRODtIbDjzJlHTCh3Xq918mFdqcydN1D9DWZv9Uye9MUH/3DnQ+2ibLuTz92kmS99L5mc2193yWIijHPIWjlkHjpLq3HIWoJsqFrhiGWjKxQYBl5sIDCwx9875jy+2ev7+ptvBvDa6wBBqEt1XZ8JAT+xDuZ9iWTA/MA5YZi/ljQj8HgaxshY6jZVBwYh5/m3dQbmE3EMRStzdybM7oYumRM5mLfFMMlKO5GFv6PLhiLICuYEHwowiSlegOGETqGlbldLlKEA5JhthiGRHLRN88NQELUEmQsftBYU0xAEwVyp2L8kRtti4H9naWVw3yAMoakTdz5uWIgEN7zuUEEPvD7mtrmQRSww0urxBqAwlw9PyZywVlEPjJ9EwZb8/+2dCbQdVZnvvz1U1ZnPPXdKbnITkkCYQQYh2ICAICqsRuEJDviWr2UICgiBgEkgeCUMIUEZImBCB3XRLeDTbpuVZ8vwHmorgh2mEGikAZmSwL25wxlr2sPrb9epm5sQIKsFGdautZLKqdpVtffvnJN1/uv7vv+HazQRyDdzsdzhCNkzMwScb2vI3pvvrH2qJWAJWAKWgCVgCVgClsCHiMD+Rx11QsHNXj82Nnzykw8//MhuB3z0n4Ox5glNv/Vi78xJv3BLuRWPH3LkyzAwoA48f1HfiJu7LexBl0U3t60gS0093iplEdElRh9Jyty2tUzGOTCU0OFmobGpduCmiwce3e36JbsprY+ItB5iee+RF+YueLl/+aJ9SaV8U02Gh5GcB1Ecg8fc2AFag1jUQeoCpbQbxU2jVgPXdX6hpPoqJVBwuPPPlJD9gZJRQSEXMShghAtlHKO0ib4goRTlSEuK17uEBQBQ1QQ6CSGOjlSarjhGNeA5LU3iJkgUmpSxyegCqZRqAehBFIdMkzxVSipCIs1oF+c8o6L4IS1Uq5jPH9GsN9xCqajDOBqRUnZqSjQhZMxkRhIoaAIOpjOioEOhRjU0HAlNjiE3UEQSIBHXMqZQiBiUJ9rnY1TPRAzbNWapi+JfkrI4Q8A8K8g+RP8R2KVYApaAJWAJWAKWgCVgCbw3BA49/vgTwmZzNSfkcw898MDv9zlgzoFBvfUzSaBnOBjR3X2TN2RKHSt0R+ePSanfrRUKq2V/4WjZ5Rb/u4IMkwJRFGyvjgmPuXGSHpiJ4IDnXg+fmJGHc5qRf0Ouo4SGGne7cesbz15w5Ya+5ZedwTpyK32QxMt4z0eRuNmjzoMkipsQ6S7m0JMpY1+s1+udOS/zSyDwlVZYz2S4dxwl/MWMw8JYk8lNGl+qKP1IlnLBOfuGpPBCFEdfjpX8mgsUitq5WjP904CR4/9LeF1BY3RBJLcwgDWa0AYFJQUhSgvJJOg+13OvF0qOSSmuBQHPupxJIrXLtMYgHpeecwIQfVjcDAakiklXuXOx32geWKlUbg9i/8d+GO2ngcaEwUP4qYi13lUDzFNaHYA1bdxx7qUKVnlSbeKSEsKAK61kwIgXcnl6i6ovYprleC0a0HbEMDEbMcJuu7b3OxQhU+FLtaemC7jw8au+fZ8R1u/NR9c+1RKwBCwBS8ASsAQsAUvAEvjgE/joMcfsz7X+BWj9/0SkfowJfDzSy4ZHR/Z0Ojx3rNVQLSFbXkffg4UZe98Ofb1fiPrzR8TdbikkYquUxR2JkCUpdskP//H+WG2BhkLNuB0KBUU3A8FI46Obu3d/fMrws1+PlFwBngMsEK1JIV247sJLb9z1e5cfrvPenTGlniTq9Fde9df0dfOpXLDeKOZP95dK0Ybapqu4w+ZnvMxvdKN5yvMXDQzutvqaogjUpA4ebnxk7kBrxq1XHxlqvaY7W8yMbB7+6IZ5A4/3//013/KD5tKebBFKDXnqH89b8JPZP7z2JJ/IO7gvf56RcK5QQBklf0tA/8cz5yz6w54DA66anLtWU3JSEERzXxqJ/3VGBz0ow9jBGvjP/3Tutzbudt3lh7LO0up6s/WKZNFn3Ra4lY7OO5vV2qey2exlT8y9cAkMDNBZfZliHAV56cLYxrkDranfv/wU1/Xucjz3lWYYn7DhjIue2G3lNScUeDZffXV0zXMDA7VpP7jiCzLnLq2rcIbAVE5CTfpjavKRflpNTdzbCLLUPTJxiKSmLQDmTboBkcGL1admxjD/8WWXW0H2wf8vwK7AErAELAFLwBKwBCwBS+C9JjDn6KM/L6PwBq1IJut6ddmMC5zT8uu1Iao4DethTHyac92+2a/kZ896Rc3q2CvudisTTT2wD9mO1JBNFGSsbUs4sTk0smBCAUamcoQf/Ir78KPT/Dlz/Ti6Ceu98opCz5i67bELF5629/Ir9w1dfSfN516MZfQlbBUdjI1d3qzVDylk8ytfu3TJ9/uvHjiy1Ntxr4rF2rGR4c++tujqoWkrllxBNXyli2X+9849Oy144M9rc5mOyh0dmdzxY9X6nElez2Ob2OjC+tjod2Z3TobO0fi0+y+8+LadbvrOqbHLr8+F5Mrnzll0/Z4rrj65UW/cFUXRGpElp3b4OSIK8NuM57E4ksc9P23XjdNfWPcTGUanECBnvvrta27dZ8XSLze1+EftsH8j1bG/jdws68jl7hRB/EmH0cuePHfhkhnLBibzjHtJS0afypXyNz932kXXz7zx8o9ki8X7HM99phlU/wfEvBTUmr9yNczg1Dnq2fmX/q73hm9fE2foxSLLTG0cCrI0Spa6SCLflPdbpSy+hSATKMhmSTr/saUD99sI2Xv97bXPtwQsAUvAErAELAFLwBL4UBA44GMf24UxtovLvTIE6srR0eHp2gWoR00hwak6nVPWqY7+NcU9Zn+6PtmdE3e7XZiyuG1j6Lcz9dhKkLVt19Fm3QRg2s6LyhfQkStAWKsdPHzG4rVTVi89W1O6oiUEZCWB/ojftPa8i8/Z9fLFB7mdhVt9UL+R+fBb7nChID04iBBdjAL/+ZcvvOzR6Suu2oNIeV/Wy/ynA+LE0SAkNJv5VbNWP6gC7mAulzukVmhuCkP3ygJz5o3Uxw6p8ElP1Lz6Qqbh25WIhv0Nffa9ixatnv2Dq79EyrkfMV/8Aw+i+a1WPEtqdXYUBms3XrL0lt4rLprV0dV1t1KqM4rF5102tBZ07+lBK/g0leKaly+95ndTr1hwllcp3SKo/i1o+jnlhqSTVu6qj44ek+HeZf9x3sIlO333O0fxgvcPG4cGp0yZOvUeh3qn1sNalyvgvlw+H4goOjlqRq8LIRbnXC/ry+DKl88f+HPfbVf+wCf6TOWypIF0ezMOku0oZBKZfGPtHh6faHtvBdmH4mttF2EJWAKWgCVgCVgCloAl8EEjsO8hh83xR0bvpkC6Ih00Y61emz5z15VCZX8cTNk5qHdkfxL15z8ueryO7QkyLJKiKmlArAhtG3gkVvJbemelKYvJsbTvVZpGR2INZTcLcd0/+LUzFqydvfq739y4efD6ck8P2uG/XG6JC5+av/hne1931Ukxhx/wTG71UxvGLtl3Vj7bHI1mRlJnCrlCToJ0WnE4I5/NXutoWKfr1RNjBbTusv8TNf2D+4udrxLufCLqHH2pPpa7EsLw7GyleIQaoeuaBf/b1U2DC2eXJ0VTA/q/fjl//h07r7jiC3GO35knbksE/ikl1n3viP9SJ6Ou47dkF/fYNzP5/NfCOAJCYJXDvEuqNe3nsmE3aQUuIXTvXL6wfNhv7JwpF38rIvE5XiPK63F/Kv3w2LyTueyxufOWzL7xqpNozv3RptHhYv+M6b/JxvTzQ7Xh3pKX/WXQ9HdShC+MevgNncOy6AeiEIHwvHL+6OG4/h2ddTsxOpYKMmO9324BgMdM02nx9i6LbyPI1s+S9CIbIfugfbvtfC0BS8ASsAQsAUvAErAE3tcEdvnMZzw+OPhz0YqOB6VfKZay9+TK+dW/v//XxlxijzPP7wuKnavCSe7hosstC67fECF7O0GWCLVEkGFt09YbuhECeJKZxtD5mB7y9NfOf3j/1StOi5RYGYMaqjdaN+ZZ+Xtlb70aETOuBUq+SQj/J+U1T2WtYg/j5CrK+bGxkgwctpExlh0ZGtylM198MKP0ievOmj+0+6rvrdBKfTUnyc+lr8/eXGrqLCv9NOvy40eqY4dtPGfxg/2rlp7WmSvc6lSDR7tjfsY98+Y9uvcty08JPXoXVXQMpDqJETqqGZwOCnq46+wkpZwzuHkI3GwGHMe9SXJ+GfX944qZ3DEuYZXYDw9q+M2+TCkHmtNfh4yd2BiM5IypxZ+NDA4d61Bn8Z/OX3TFXrcs/2JTRT8Mic50dnc/MDY4crLjQE93tnxvq9GYRln2PIeTn4ko/IoQck9wWFdTBEeEHhRDBqA9/m4Kstj/8+hTOytuBdn7+ttsJ2cJWAKWgCVgCVgCloAl8IEjcNCRR05uBsHdIojirON+94l/f+if2oswzaF3/p9n9TY6KyvZtI6jZKdbTl0W0fAda8hSU4+3ipBNFGRY17R1HVMiyHQzhoqXg3CkfuCmeQOPzrp+6XTmwj7M80ZosfrI0BC4DqWnUO4ubQV+T6XS9aLwg7Nnbmjd+3SZHsRd58BsLkfGmvVXy5XKsa1a9SyPOr8rSXHCk99YOLrb6hVTmtWxfcuQ/+NTF1wwsvMtyw4NZHx3ppDtFEqe+9LLzZv79yx5dND/mw6aaeYD8sQfLrjA3+vma04IGPxLxs2+SIQ8zo+aDQLOHCWV5zjM80W8S6Wj8oXNmzfPKneULul9aWzZ0LTOvVojY/vkchkJkerMFHKHjkaNL0lG/lDO8U9u9ps6R7K/cDT9JANyyfq586/ac9XyU1pa/qgatrK9U/rucTP6S8MbasVJXv6PWohJGS//2c2jwT05Eh7KKJ8kZER5KTu5yeXJdR3PaRFpmlkb1ih83+GURf/Po+utIPvAfb3thC0BS8ASsAQsAUvAErAEPggE9j788H1pNvvaunvvHdx2vrv83cKeVq+3UvVkP6EnCDJsDK1A/bcFWdoXC1MXUZAV3BxEo3VR8fJfJqFe36xWdabY0arJehY4m62Z/oym+kQRqT7OuWkEzTV50mV8ldTqARnHVTeXZy0d9slYnOdXG1+cPmnKuvrrQ2eWM5lKLQ77Stn8vwVhKwwjvbNy2GKnkPlELW5BudLxbKNWH2CSP5QjRPFY7VN0M7vUmmO/0Z53OOf8hjy4D+dcZ+7GDWMvep7MEdfRtZBXJ+XzIlKNr1HKLpEgryUyuj1WmuYDlww3GuLFgYGx/a4b6CCTeu8MHb375tHRL4NSum/SpJs2vvTK/tOnTr21Xmvd1BD+pzLlwlWbRofZtJ2mPz46NHwulapjWrn79uZoXTiEnVaE4gOtZjMTBiMsqzL+IwsWVGevWrafzrt3DIrm7uiyiKmKmHqI2gyjkUZVvwOmHlaQfRC+yXaOloAlYAlYApaAJWAJWAIfOgI7nzW/t1rMrmR9xaOg4pVjKkAwBYJJUG2XRdAaqKamLiw16kgqxQCbGWOb4/GUxYkRsmRsIh4g1pChHFwgf6ISxhhwHcpYE06L1HNnDo1tzmdyHjjcgziKwAEOcRBCIZsDzvkzURyNKuzO5fJ+IcQUHURQyRfBUWptHIRTNeN9kYjXEQ0jzOF7R0p2Y7PqQEeAfb46iiUfong9FZpmubt36AdesVx6ptaod3ZkC1WxufV1rtULnPPLQMPhSiva8v0fddHc8iiv8kKST4cq/NeCmz8uaPnnUQU5j/EhoeIlj81beP+s1cvPj7L0ukiKPxXzhTDw/X2VkNBZKkd+GDwrCXS0orBfMADHdSHruM96mhbCkVo5Q5z54Ri5s6uUOTeqNz6Xo05OyHidYt45j5177uaZty+/fVSIUyNHg6IMKMVWAhSoVuZ90USZ6Nl4iwGMUrY/qchgvGk0aR9VOmlFgO2osYlaSAQKsp2ke9GT1mXxQ/cdtwuyBCwBS8ASsAQsAUvAEngfE9j79EWTNvcWb417nSNUkZeoAyC0AMKU+aGPcTJNtYnC4E9442pvfuGjzEJRgMcVSIrhGmyunKYsbmktjMOlJqCUAi00oFBJemG1Gx0TAo7HEzv39h8tlRmvpDR7IaXpv0VY0oeLouTQGkAqAKXNcRyX/ttxHAA8pvX4fVDg4XU5LwNaKQiCABjnUMkW7nN9/RWPOhkQ0W1aw9G4qv+ay0CWN5f7onAAUBo9/fUL/rjHDUvPzjjuDWEYsoznPRf50VfXX7jgwf7Vy75fVeHZsRTmuSi6cJ5xHEMkYsD5mHmjmlIaRBACxBKKXrbamS995plnNz+8x+TCjVrpuVprbBG2puXyr+I8NBO/8gkcJJAxZeb9IMBAgwTQFASRoFFhAQCXFBwF4MjkQ+c7AJIocAgFIWLDF//N0QkF309NgMRaxION9ZXR5kUvXHudtb1/H39f7dQsAUvAErAELAFLwBKwBD5kBDBC1uzp/fu4i31clWmZMgJCR0AYAKGYtCiBEPzpj85+KL0SIZaKMqaSCM22goy2wzLj/cgo2rQTkOgQiBE3vIsC4OOxHBSAeGf8Cx+UPA/3KAtxj8fT87gfP473ookgwz+p8DHiDq9XClj7vEn3oxRQ8EkpgTEGee7WMiGZ5zbcn4qc308knaGlahAuX1Ax24UTfTVoeDWO9CKA1pCbzX2ERDIvFdmQL1Wq1bB6jO+Sa1skrsQYp8LncmbmK1BMKgkMGzqb2i9qolNEKDOHDHcg72Zu4M1gGX60hKK7A9Eu4fCfijAWgf47QfS3IiWJcVnEKBcloJEnClKA5L0xgkyDIwlwRcFFrTZBkDEUxbheCib6mAoyiX3NYq3GntuwfndevmDd5Zf/XyNGP2Sfc7scS8ASsAQsAUvAErAELAFL4H1J4G/mL+9dr8dW8+nFI6DEi2jmIUAkURiKKXEKKElElIl0kTRKlggzbARthNoEl8UJ7bLGe2WlYqLdN9pE1vBHf+rKiPfHc3g83aPoYCi8CGZFvvF8Os4ICLSBb4u99LUBjsKufRzFF84NhYkRhe1IG7pI5oG/ziX8i1TqeczA1KAdDTCFAHyCatjT8zwI/OB+AuR3lOh6EASsUqqUgyjczylkjhyJWvkI3RBN8DDpEWb2bWWTCkPE5GLaIRAw/d2AAMeIVaTXaK3WCqVamJNIOe/SFOYIUEfGUiYOiyhU22mH6X3NElHqpvwxldE8PHlfMJVRUp2IN43CkIODTxcYjcRWBhScAHTr+defnEnzFz55xWIbIXtfflPtpCwBS8ASsAQsAUvAErAEPpQEdjrz/D4xuXtlUCGHq7LboV0CEQiQLImMUSWBA0a0iPnbRLzMPklXJO1IGNYq4WZqkybUMCWGExqE6Vycxl1Ukq6IqYYY10FxxBwT6cENX08UVanYmnjuzd6MtNdWeg8UPOl1KMhQaqEgM727GEvEWiyAYzZgu6k1HpuYTonXizg293Eog0wmA/V63VzvOS4EMgbpcVAmcJgIoXQt6ZqRn3ku1mxRZtIG07RM01bA6CWMEmL0C6OTmJqY1IWh2yVh3ETACF5nxFdq5zFu62GOJGvAXnFbYlwoyPD9wUihq1lSD6hwRljJx8HxlYheHFo/TWYXPHXNJfckcs5uloAlYAlYApaAJWAJWAKWgCXwrhM4cNGVfcMurGwW9WG6w6uEGQYhERBzo5iASWXSCp12SAYFg6k+MmIM90k8DO3yUYgwlbSE3trcAyM4GC1KolXj9WPGWCIRHYKnDae3LDkVVRPF2bZAth2zrSAzKY7tLU2VTMekQs1E57D+rL2NN1A2boZJXRuexyhZtVoFIQR0VzrB9/2kJgxr1TCN0KR0tkVlW3yiAEvnb+aK4qt9T+QwHtVrp2SiCpNYG4ajjIjF1Ecch/PAe6XEtuyJNnYr48xRjKF5CN4LUxcVmn5wXAPWlmEEjYPA6Cbh4EoGtClq/suvPz9VuwueW7r4XivI3vWvnX2AJWAJWAKWgCVgCVgCloAlkBDY7/yBjte0fwufVD5aVbI9Ud6BJpcQOtLUhhGpwQUNXGLUBOVGEiWbmHKoCYW4XVaG4iCNkiVPSISOETlYi1rnGpwAAAbMSURBVDZBkJkYDSEmehObdMhE5OHNcY/Px4eZebRfozNg+trUtxn3R4x4oQJB4YdRr0TQ4B7HJ3OgIGVsBCTjxESHpIqNaMEhKKa2F3kylV9EQxwJ4A4DRrnZN+pNyOYy0Kq3IJPLtleaCKd0Hua5OP/2fJIKvC3zweM4X1Ojh6KqXR9mzE/aUUKTZklx7m2XDmTZjuRN/AyzNKqIPieEQIw1gADgiWQUCjKhAFxJgWiMeTJwiYfpikDrwXD1pVef7KOZi1/47pJ/t4LM/u9gCVgCloAlYAlYApaAJWAJ/LUIDAzQjzTUGb6Tna+6SjOCEud1T4HvJkYdVAlwUIApCQRry4waaIssSMSX+cFP+LhQMz/oJ4iG8Z5kWJzVjiDhmDR6lYioto+jTlL20BQEI2rpHiTWkKGMQEG45Tiel8ZIIxFOqKzQBoSYwrMtrzlzzHEcn2TzoVDCdaDJR5JOaKqx8D5tATdx77qYpliFcrkCvt80wotzap6TRtCSNSQphEkqZzJPM4/E68PME+dhFCDBlE3aTk3cAmx7Ub+tjm0jyExDgjTdsl3nhzVnpl6treMw4okRMqz5QyMWLjlktAO8LkGNNjbQVuOufq0Hfr9sWd0Ksr/Wl88+xxKwBCwBS8ASsAQsAUvAEgCAIxcMzHgtoDfQrq6PBSWnp5nR4GdQkCVGECjIuEoEi0bnRbTDx+gVCg8jLjCahUJoO7VH7ZRGBJ2Yf2xBPq4rtAZXc5OMlwqPbevI3uyNMmKofe+JomXbVEWTKol1Y+30w/R+W9IXcV1v/nHAcakrI+6xebVER8f2cWM/0r6/uUs7VRERplb3KQNzesKzEpGKcb52LRm6SbbNTTDlEeee1ruNz3s7ogzPTTRdQaGGtXHm3oyAcYA0RiocPEHBiyiw0WgoGtz8wqQ8W7D2iqW/Hr+//WZYApaAJWAJWAKWgCVgCVgClsBfj8D+8waOCYvFJWNUzKQd2bLMuhk04nAxFVDE4LZT9zCtEJ37YipNimEaLcMf/2jpjuYXaHoRhqERKC5zQcYiESVJzKi9qLZbY7veDIXD9lLxdpRAGoV7u/Fv9gwUmNvWf+G9JtaTmfm3I3mJ5mqbkphxmIq4ZQ1pSud45Kp9XTrPVE+NCzMjcDF7MnFmnOg2ma4pdaLcdo1GbCoJ1EnsVwLfh858CaIgMMKQORQCGYB2GMgMN9E7Uo9AV4ONcqg+2MPZqklZ/sNfDwwEVpC93SfInrcELAFLwBKwBCwBS8ASsATeBQIDAwN0TQM+XiXqdFoufGxz0Mq75TylxNGB72uHMUIUIZoQIrQWgoGWFLRKnCpAy8g0XMZmy7jlCwUUZ8SvN6GjUoGw5bcNKdKMviRElIoPbpIR33ybKIS2HZW6vG/36kQzYWewrU5vlZhoCsVQjmE0yjhq4DJRYZG2IKN6ywRQSzHMqDQrSTYClJkESQwXtt0nzbm2zjIZkvh6gnA0Ph3p9VpLzMRMLRMnzjUx0jcRSNOgWyiC2JMh7XlpygGCGCvRADpyJWgOjUKpkMOoG41ESPP5HNSjuhqLWiLreNL1RejVxbNTc+U7wrF4zdM3DzS2fei78DGzt7QELAFLwBKwBCwBS8ASsAQsgbcicOwFl0zzHfeAUQd28V02o6FllngeRTMKU5eF9vBo3q6J0tLkMWJNFxYm6VjEkMvnSdBqQRAGOpfLgENcogSm4qH+QOtBjaLOCAcM1QhUEm1RN+6hn04Q8yDHty0uiOOHkoK2CS/bAgmFDmoXs08kENrFb7Vt5RyvNRXJtbQ9HrWneZ1cZO5hOrEl8s68TqN+Jl8Te1Ans6XErDVtCGCObT3PLRNJHEBMtE0kM063toDDYzQVbkm/bCXxnEQpprWx2qegwjgGL5MFRakKqg3SXSjrRq2BDaS1l2VQGx6m5XJeKw4xD6NNk7X3XM7XTx1TgucGBgbeANfa3tv/JywBS8ASsAQsAUvAErAELIH3kMDJJ5/MXthrL68KwLva8xjLZnX38NaTcnK+HgSAXgDAfbr1Qg8MwtD4a97IG1HSWWiSkfa/d2R5TqG5HU/BHbkyGRM38jukLbb3HLda0l65pusAFP8dlWtk4v3wGjw+cTY4Jn3um91z4pi3Wsm2179xLa+PXy4Khe2uM+WOA0M6RAu5nISNG+NHVq1KGqu9ybZD0Hb8bbAjLQFLwBKwBCwBS8ASsAQsAUvAErAEdpSAFWQ7SsqOswQsAUvAErAELAFLwBKwBCwBS+AdJmAF2TsM1N7OErAELAFLwBKwBCwBS8AS+AsI7Ojv878ovfAvmJ+99B0m8P8Bxas8kZfVFwAAAAAASUVORK5CYII="/>
          <p:cNvSpPr>
            <a:spLocks noChangeAspect="1" noChangeArrowheads="1"/>
          </p:cNvSpPr>
          <p:nvPr/>
        </p:nvSpPr>
        <p:spPr bwMode="auto">
          <a:xfrm>
            <a:off x="155574" y="-144463"/>
            <a:ext cx="3980589" cy="398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034041" y="2341547"/>
            <a:ext cx="947728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Technical </a:t>
            </a:r>
            <a:r>
              <a:rPr lang="en-US" b="1" dirty="0" smtClean="0"/>
              <a:t>Feasibility: Java &amp; </a:t>
            </a:r>
            <a:r>
              <a:rPr lang="en-US" b="1" dirty="0" smtClean="0"/>
              <a:t>SQL </a:t>
            </a:r>
            <a:r>
              <a:rPr lang="en-US" b="1" dirty="0" smtClean="0"/>
              <a:t>are free</a:t>
            </a:r>
          </a:p>
          <a:p>
            <a:endParaRPr lang="en-US" b="1" dirty="0" smtClean="0"/>
          </a:p>
          <a:p>
            <a:r>
              <a:rPr lang="en-US" b="1" dirty="0" smtClean="0"/>
              <a:t>Operational Feasibility: Easy to use with simple UI</a:t>
            </a:r>
          </a:p>
          <a:p>
            <a:endParaRPr lang="en-US" b="1" dirty="0"/>
          </a:p>
          <a:p>
            <a:r>
              <a:rPr lang="en-US" b="1" dirty="0" smtClean="0"/>
              <a:t>Economic Feasibility: Runs on currently used </a:t>
            </a:r>
            <a:r>
              <a:rPr lang="en-US" b="1" dirty="0" err="1" smtClean="0"/>
              <a:t>hardwares</a:t>
            </a:r>
            <a:r>
              <a:rPr lang="en-US" b="1" dirty="0" smtClean="0"/>
              <a:t> and programming      </a:t>
            </a:r>
            <a:r>
              <a:rPr lang="en-US" b="1" dirty="0"/>
              <a:t> </a:t>
            </a:r>
            <a:r>
              <a:rPr lang="en-US" b="1" dirty="0" smtClean="0"/>
              <a:t> languages used are free</a:t>
            </a:r>
          </a:p>
          <a:p>
            <a:endParaRPr lang="en-US" b="1" dirty="0"/>
          </a:p>
          <a:p>
            <a:r>
              <a:rPr lang="en-US" b="1" dirty="0" smtClean="0"/>
              <a:t>Schedule Feasibility: Project can be completed on scheduled time</a:t>
            </a:r>
            <a:endParaRPr lang="en-US" b="1" dirty="0"/>
          </a:p>
          <a:p>
            <a:r>
              <a:rPr lang="en-US" b="1" dirty="0" smtClean="0"/>
              <a:t> </a:t>
            </a:r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984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Gantt Chart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39" y="3033346"/>
            <a:ext cx="11182168" cy="279036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771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430587" y="110013"/>
            <a:ext cx="8761413" cy="708025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System Flowcharts: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9744" y="1130511"/>
            <a:ext cx="1857799" cy="54228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84002" y="1130511"/>
            <a:ext cx="2719956" cy="549561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44475" y="884151"/>
            <a:ext cx="1431557" cy="5669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4548" y="633372"/>
            <a:ext cx="1606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Admin: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6535" y="945845"/>
            <a:ext cx="1606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Trainer: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33901" y="884151"/>
            <a:ext cx="1606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For Member: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016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Custom 2">
      <a:dk1>
        <a:srgbClr val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154</TotalTime>
  <Words>207</Words>
  <Application>Microsoft Office PowerPoint</Application>
  <PresentationFormat>Widescreen</PresentationFormat>
  <Paragraphs>61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Wingdings 3</vt:lpstr>
      <vt:lpstr>Ion Boardroom</vt:lpstr>
      <vt:lpstr>Gym Membership and Class Management, and Progress Tracking System</vt:lpstr>
      <vt:lpstr>Gym Membership and Class Management, and Progress Tracking System</vt:lpstr>
      <vt:lpstr>Problem Statement</vt:lpstr>
      <vt:lpstr>Waterfall Model</vt:lpstr>
      <vt:lpstr>Requirements:</vt:lpstr>
      <vt:lpstr>Use case Diagram</vt:lpstr>
      <vt:lpstr>Feasibility Analysis:</vt:lpstr>
      <vt:lpstr>Gantt Chart</vt:lpstr>
      <vt:lpstr>System Flowcharts: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 Management System</dc:title>
  <dc:creator>Ipsit</dc:creator>
  <cp:lastModifiedBy>Ipsit</cp:lastModifiedBy>
  <cp:revision>18</cp:revision>
  <dcterms:created xsi:type="dcterms:W3CDTF">2024-08-27T14:56:57Z</dcterms:created>
  <dcterms:modified xsi:type="dcterms:W3CDTF">2025-01-02T18:12:31Z</dcterms:modified>
</cp:coreProperties>
</file>